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74" r:id="rId5"/>
    <p:sldId id="271" r:id="rId6"/>
    <p:sldId id="263" r:id="rId7"/>
    <p:sldId id="264" r:id="rId8"/>
    <p:sldId id="273" r:id="rId9"/>
    <p:sldId id="266" r:id="rId10"/>
    <p:sldId id="283" r:id="rId11"/>
    <p:sldId id="268" r:id="rId12"/>
    <p:sldId id="269" r:id="rId13"/>
    <p:sldId id="270" r:id="rId14"/>
    <p:sldId id="275" r:id="rId15"/>
    <p:sldId id="276" r:id="rId16"/>
    <p:sldId id="267" r:id="rId17"/>
    <p:sldId id="277" r:id="rId18"/>
    <p:sldId id="278" r:id="rId19"/>
    <p:sldId id="280" r:id="rId20"/>
    <p:sldId id="281" r:id="rId21"/>
    <p:sldId id="279" r:id="rId22"/>
    <p:sldId id="28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8787-FB58-4453-9144-42444AEC9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E6FD0-D157-474C-B7CF-53AC59749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E1FCC-F9C1-48E9-A4EA-94FFECFF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1D80-4CC0-46B3-BC50-89057619DCE9}" type="datetimeFigureOut">
              <a:rPr lang="en-GB" smtClean="0"/>
              <a:t>07/09/2026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10664-FE3A-4DA3-A1B4-16EAD9A9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D6FC1-BEDF-4241-88D6-D15D16A5C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D488-BBB0-4F2C-98CC-8FCA744D24B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950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EB10-D74A-45E0-ADD7-60F877091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FAB91-690F-46C2-A9A5-42FA5DFDC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7BB93-85AE-4A94-83CA-E6952424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1D80-4CC0-46B3-BC50-89057619DCE9}" type="datetimeFigureOut">
              <a:rPr lang="en-GB" smtClean="0"/>
              <a:t>07/09/2026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A68E5-5A27-4287-8AFD-229FDE10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BFA26-D6F0-4212-909F-A29204A3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D488-BBB0-4F2C-98CC-8FCA744D24B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2003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7E57C-325B-466D-A44E-D42BCE267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C407D-9886-4FED-8836-0996592B5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622AD-D237-44A5-9425-6F25624A4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1D80-4CC0-46B3-BC50-89057619DCE9}" type="datetimeFigureOut">
              <a:rPr lang="en-GB" smtClean="0"/>
              <a:t>07/09/2026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FA6D7-2AAE-4BBC-A51D-38351E2E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4A04-1A2C-4508-8955-6F6AA69B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D488-BBB0-4F2C-98CC-8FCA744D24B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111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EABCD-9AF3-4CEA-AB87-83E5201A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2BA07-EC1F-4BFB-B539-9495A241E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F6D37-C768-4D89-A959-C41C86C4F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E67D1-0D29-4D39-A58A-E953F327A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1D80-4CC0-46B3-BC50-89057619DCE9}" type="datetimeFigureOut">
              <a:rPr lang="en-GB" smtClean="0"/>
              <a:t>07/09/2026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24212-3C08-42F9-BBE1-58AC0D6C9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2CC1C-B3F7-4B45-800A-F182A1A1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D488-BBB0-4F2C-98CC-8FCA744D24B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698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2401A-48E1-4D44-9DE5-B87C3D414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FFED3-6BFB-4651-802F-4263C49ED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6C682-3BC6-4E89-9881-F63D50DB7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AC263-52C7-447C-86F1-E14EE555B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D0C0C-DF34-4F5E-AF86-330A397BF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1192EA-160E-4B0D-A6F3-85F60F03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1D80-4CC0-46B3-BC50-89057619DCE9}" type="datetimeFigureOut">
              <a:rPr lang="en-GB" smtClean="0"/>
              <a:t>07/09/2026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9B6DA0-F701-43A9-BEF1-FBBA5A73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A94DCF-1A33-4C53-B347-732537E9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D488-BBB0-4F2C-98CC-8FCA744D24B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841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562CD-1160-49E9-B2EB-D66233A6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926BF-186F-4E0E-A147-8D367E2B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1D80-4CC0-46B3-BC50-89057619DCE9}" type="datetimeFigureOut">
              <a:rPr lang="en-GB" smtClean="0"/>
              <a:t>07/09/2026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A90825-2D0C-4E3B-9080-D2634D6ED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E052B-019C-48F7-A5CD-15BB8E6AD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D488-BBB0-4F2C-98CC-8FCA744D24B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6557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A9190-A280-41D9-9AB3-DA85FC20E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1D80-4CC0-46B3-BC50-89057619DCE9}" type="datetimeFigureOut">
              <a:rPr lang="en-GB" smtClean="0"/>
              <a:t>07/09/2026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635241-EACC-44AC-8BB2-6E6B2A3AE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32A09-7C76-409A-91EC-4615A235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D488-BBB0-4F2C-98CC-8FCA744D24B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031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4932-7035-4854-BB6C-1E57230C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8833E-D080-4512-B0CB-B83A86295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F9730-22AA-40E4-AA42-F99C9F269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DB1D5-536F-4AAB-AED1-0431AE46A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1D80-4CC0-46B3-BC50-89057619DCE9}" type="datetimeFigureOut">
              <a:rPr lang="en-GB" smtClean="0"/>
              <a:t>07/09/2026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84141-942B-460D-BA0A-DE0FDB3A6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0519D-BA3F-48B2-9718-0BD86B4C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D488-BBB0-4F2C-98CC-8FCA744D24B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876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071C-2DE2-4078-9BC0-3E9AAB1E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06929-099B-4F04-BB61-372D36023A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1007C-97F3-425F-AF81-1909FAF2E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E876F-B0D4-491A-8060-5DEA90583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1D80-4CC0-46B3-BC50-89057619DCE9}" type="datetimeFigureOut">
              <a:rPr lang="en-GB" smtClean="0"/>
              <a:t>07/09/2026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DE370-A08F-436E-A79A-B4F70A179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44D1F-28E1-4ED7-9319-15A52115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D488-BBB0-4F2C-98CC-8FCA744D24B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860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8921-4396-43DA-A7B9-DE615A8AB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03954-EB1E-4E3B-886F-CB7AFE31C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6B36E-9DBC-4E08-95BC-30ED50563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1D80-4CC0-46B3-BC50-89057619DCE9}" type="datetimeFigureOut">
              <a:rPr lang="en-GB" smtClean="0"/>
              <a:t>07/09/2026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8315-7F95-41F4-A2E6-CB31A9C2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2032D-FC79-452E-8998-F25D0774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D488-BBB0-4F2C-98CC-8FCA744D24B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1694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49647-365A-4800-877C-E1F7A1F39F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FBDC4-CB0D-471F-84F4-C685C87F3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4AA22-358E-4C9F-B209-00E90B46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1D80-4CC0-46B3-BC50-89057619DCE9}" type="datetimeFigureOut">
              <a:rPr lang="en-GB" smtClean="0"/>
              <a:t>07/09/2026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F17C0-C9B5-4A15-89D7-4D37CEB6F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FFBD0-F5D6-4790-88F9-616BC544A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D488-BBB0-4F2C-98CC-8FCA744D24B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96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71A92-6E4F-4250-8E76-23CEE547C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208F0-82F1-49EB-8E84-B01452D2D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6552-346E-4C4B-B33E-BD769039A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01D80-4CC0-46B3-BC50-89057619DCE9}" type="datetimeFigureOut">
              <a:rPr lang="en-GB" smtClean="0"/>
              <a:t>07/09/2026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27237-E8D0-49E2-BFFA-86489CC2A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AD74E-0FAB-4212-A2D7-3B4C8D46A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5D488-BBB0-4F2C-98CC-8FCA744D24B2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22B9F4-F66B-4F28-8B6D-C0119851CB5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6066431"/>
            <a:ext cx="3700593" cy="9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83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microsoft.com/office/2007/relationships/hdphoto" Target="../media/hdphoto1.wdp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jpeg"/><Relationship Id="rId3" Type="http://schemas.openxmlformats.org/officeDocument/2006/relationships/image" Target="../media/image61.jpeg"/><Relationship Id="rId7" Type="http://schemas.openxmlformats.org/officeDocument/2006/relationships/image" Target="../media/image7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e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microsoft.com/office/2007/relationships/hdphoto" Target="../media/hdphoto3.wdp"/><Relationship Id="rId17" Type="http://schemas.openxmlformats.org/officeDocument/2006/relationships/image" Target="../media/image87.png"/><Relationship Id="rId2" Type="http://schemas.openxmlformats.org/officeDocument/2006/relationships/image" Target="../media/image74.png"/><Relationship Id="rId16" Type="http://schemas.openxmlformats.org/officeDocument/2006/relationships/image" Target="../media/image73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68.png"/><Relationship Id="rId5" Type="http://schemas.openxmlformats.org/officeDocument/2006/relationships/image" Target="../media/image77.png"/><Relationship Id="rId15" Type="http://schemas.openxmlformats.org/officeDocument/2006/relationships/image" Target="../media/image85.png"/><Relationship Id="rId10" Type="http://schemas.microsoft.com/office/2007/relationships/hdphoto" Target="../media/hdphoto2.wdp"/><Relationship Id="rId19" Type="http://schemas.openxmlformats.org/officeDocument/2006/relationships/image" Target="../media/image89.png"/><Relationship Id="rId4" Type="http://schemas.openxmlformats.org/officeDocument/2006/relationships/image" Target="../media/image76.png"/><Relationship Id="rId9" Type="http://schemas.openxmlformats.org/officeDocument/2006/relationships/image" Target="../media/image67.png"/><Relationship Id="rId1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B46240-B2F2-4444-8047-223759EC1B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16" b="5715"/>
          <a:stretch/>
        </p:blipFill>
        <p:spPr>
          <a:xfrm>
            <a:off x="20" y="10"/>
            <a:ext cx="12191979" cy="61564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65C681-E54C-4641-88F6-306F4F11F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30991" cy="13412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5DDD7E-552B-46A0-9AFB-F0F6F9873C39}"/>
              </a:ext>
            </a:extLst>
          </p:cNvPr>
          <p:cNvSpPr txBox="1"/>
          <p:nvPr/>
        </p:nvSpPr>
        <p:spPr>
          <a:xfrm>
            <a:off x="234938" y="198027"/>
            <a:ext cx="3685753" cy="8617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5000" dirty="0">
                <a:latin typeface="Modern Love" panose="04090805081005020601" pitchFamily="82" charset="0"/>
              </a:rPr>
              <a:t>Percentages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AB5FAD-F2BC-4762-ADC8-DED5A294E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43" y="1193909"/>
            <a:ext cx="6439526" cy="52826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268F7F-D87F-4E1C-977E-DA2899B12803}"/>
              </a:ext>
            </a:extLst>
          </p:cNvPr>
          <p:cNvSpPr txBox="1"/>
          <p:nvPr/>
        </p:nvSpPr>
        <p:spPr>
          <a:xfrm>
            <a:off x="6928339" y="44138"/>
            <a:ext cx="5028724" cy="5539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fld id="{98CB69AF-14D2-4A23-AB98-C210A2D21146}" type="datetime2">
              <a:rPr lang="en-GB" sz="3000" b="1" smtClean="0">
                <a:latin typeface="Arial" panose="020B0604020202020204" pitchFamily="34" charset="0"/>
                <a:cs typeface="Arial" panose="020B0604020202020204" pitchFamily="34" charset="0"/>
              </a:rPr>
              <a:t>Monday, 7 September 2026</a:t>
            </a:fld>
            <a:endParaRPr lang="en-GB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F1EA22-41E3-66B5-684E-0AF3C083F462}"/>
              </a:ext>
            </a:extLst>
          </p:cNvPr>
          <p:cNvSpPr txBox="1"/>
          <p:nvPr/>
        </p:nvSpPr>
        <p:spPr>
          <a:xfrm>
            <a:off x="9906000" y="63899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50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6EAB6B-B1C5-49BA-9D07-014E6BE87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9" y="125542"/>
            <a:ext cx="3411735" cy="2798827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F3D675F0-665F-49D7-BC5F-F7BDC85D8629}"/>
              </a:ext>
            </a:extLst>
          </p:cNvPr>
          <p:cNvSpPr/>
          <p:nvPr/>
        </p:nvSpPr>
        <p:spPr>
          <a:xfrm>
            <a:off x="261267" y="3182815"/>
            <a:ext cx="509954" cy="49236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1.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F4CB64-6F02-4A04-B3F6-2E6EB39C6772}"/>
              </a:ext>
            </a:extLst>
          </p:cNvPr>
          <p:cNvSpPr txBox="1"/>
          <p:nvPr/>
        </p:nvSpPr>
        <p:spPr>
          <a:xfrm>
            <a:off x="516244" y="5945789"/>
            <a:ext cx="288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400 = 2 x 2 x 2 x 2 x 5 x 5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ADCE7B-1175-4E25-BD32-C4A6A333AC72}"/>
              </a:ext>
            </a:extLst>
          </p:cNvPr>
          <p:cNvSpPr txBox="1"/>
          <p:nvPr/>
        </p:nvSpPr>
        <p:spPr>
          <a:xfrm>
            <a:off x="495616" y="631512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400 = 2</a:t>
            </a:r>
            <a:r>
              <a:rPr lang="en-GB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x 5</a:t>
            </a:r>
            <a:r>
              <a:rPr lang="en-GB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620C5335-209A-4E94-AB6D-467527444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72" y="2985363"/>
            <a:ext cx="2801098" cy="2895324"/>
          </a:xfrm>
          <a:prstGeom prst="rect">
            <a:avLst/>
          </a:prstGeom>
        </p:spPr>
      </p:pic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1BF4FF9-54FA-48BD-94BB-5649A153E82C}"/>
              </a:ext>
            </a:extLst>
          </p:cNvPr>
          <p:cNvSpPr/>
          <p:nvPr/>
        </p:nvSpPr>
        <p:spPr>
          <a:xfrm>
            <a:off x="70019" y="2924368"/>
            <a:ext cx="3754999" cy="3808090"/>
          </a:xfrm>
          <a:prstGeom prst="roundRect">
            <a:avLst/>
          </a:prstGeom>
          <a:noFill/>
          <a:ln>
            <a:solidFill>
              <a:srgbClr val="00B0F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FFCE7AE-53DF-4663-BA60-841B5EAAE408}"/>
              </a:ext>
            </a:extLst>
          </p:cNvPr>
          <p:cNvSpPr/>
          <p:nvPr/>
        </p:nvSpPr>
        <p:spPr>
          <a:xfrm>
            <a:off x="3825018" y="383989"/>
            <a:ext cx="509954" cy="49236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2. 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2F4E5FE3-961D-4765-A56A-B8E99A00E96D}"/>
              </a:ext>
            </a:extLst>
          </p:cNvPr>
          <p:cNvSpPr/>
          <p:nvPr/>
        </p:nvSpPr>
        <p:spPr>
          <a:xfrm>
            <a:off x="3633770" y="125543"/>
            <a:ext cx="8147922" cy="1882634"/>
          </a:xfrm>
          <a:prstGeom prst="roundRect">
            <a:avLst/>
          </a:prstGeom>
          <a:noFill/>
          <a:ln>
            <a:solidFill>
              <a:srgbClr val="00B0F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CFB9BBE-4B48-4B46-845A-9B17299D8383}"/>
              </a:ext>
            </a:extLst>
          </p:cNvPr>
          <p:cNvSpPr txBox="1"/>
          <p:nvPr/>
        </p:nvSpPr>
        <p:spPr>
          <a:xfrm>
            <a:off x="4526220" y="177617"/>
            <a:ext cx="6974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Compact and can be used to make estimations</a:t>
            </a:r>
          </a:p>
          <a:p>
            <a:pPr marL="285750" indent="-285750">
              <a:buFontTx/>
              <a:buChar char="-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Useful for large data sets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4482EC5-C974-435D-B047-71505BC5AD5C}"/>
              </a:ext>
            </a:extLst>
          </p:cNvPr>
          <p:cNvSpPr txBox="1"/>
          <p:nvPr/>
        </p:nvSpPr>
        <p:spPr>
          <a:xfrm>
            <a:off x="4485136" y="1047986"/>
            <a:ext cx="7126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Data not as useful as we are using intervals </a:t>
            </a:r>
          </a:p>
          <a:p>
            <a:pPr marL="285750" indent="-285750">
              <a:buFontTx/>
              <a:buChar char="-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Analysis is only an estimate so can give unreliable results  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957621A-8FDE-4406-92A7-2A04C76FAF88}"/>
              </a:ext>
            </a:extLst>
          </p:cNvPr>
          <p:cNvSpPr/>
          <p:nvPr/>
        </p:nvSpPr>
        <p:spPr>
          <a:xfrm>
            <a:off x="4016266" y="2156729"/>
            <a:ext cx="3088925" cy="1804635"/>
          </a:xfrm>
          <a:prstGeom prst="roundRect">
            <a:avLst/>
          </a:prstGeom>
          <a:noFill/>
          <a:ln>
            <a:solidFill>
              <a:srgbClr val="00B0F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287E860-8AEE-48AB-9450-C0BE33E60414}"/>
              </a:ext>
            </a:extLst>
          </p:cNvPr>
          <p:cNvSpPr/>
          <p:nvPr/>
        </p:nvSpPr>
        <p:spPr>
          <a:xfrm>
            <a:off x="4152427" y="2293033"/>
            <a:ext cx="509954" cy="49236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3.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85868EF-78C1-4B67-B092-91A59F171DC4}"/>
              </a:ext>
            </a:extLst>
          </p:cNvPr>
          <p:cNvSpPr txBox="1"/>
          <p:nvPr/>
        </p:nvSpPr>
        <p:spPr>
          <a:xfrm>
            <a:off x="4829005" y="2354551"/>
            <a:ext cx="140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0.36 = 36%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BD60B78-1D2F-4E8B-A2D4-11AF494B412B}"/>
                  </a:ext>
                </a:extLst>
              </p:cNvPr>
              <p:cNvSpPr txBox="1"/>
              <p:nvPr/>
            </p:nvSpPr>
            <p:spPr>
              <a:xfrm>
                <a:off x="4812062" y="2649459"/>
                <a:ext cx="1402783" cy="552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36%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b="0" i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36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b="0" i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100</m:t>
                        </m:r>
                      </m:den>
                    </m:f>
                  </m:oMath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BD60B78-1D2F-4E8B-A2D4-11AF494B4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062" y="2649459"/>
                <a:ext cx="1402783" cy="552587"/>
              </a:xfrm>
              <a:prstGeom prst="rect">
                <a:avLst/>
              </a:prstGeom>
              <a:blipFill>
                <a:blip r:embed="rId4"/>
                <a:stretch>
                  <a:fillRect l="-3478" b="-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7B2B32A-243E-4229-9B64-BFF6DB392F68}"/>
                  </a:ext>
                </a:extLst>
              </p:cNvPr>
              <p:cNvSpPr txBox="1"/>
              <p:nvPr/>
            </p:nvSpPr>
            <p:spPr>
              <a:xfrm>
                <a:off x="6012124" y="2663961"/>
                <a:ext cx="772575" cy="552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b="0" i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b="0" i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25</m:t>
                        </m:r>
                      </m:den>
                    </m:f>
                  </m:oMath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7B2B32A-243E-4229-9B64-BFF6DB392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124" y="2663961"/>
                <a:ext cx="772575" cy="552652"/>
              </a:xfrm>
              <a:prstGeom prst="rect">
                <a:avLst/>
              </a:prstGeom>
              <a:blipFill>
                <a:blip r:embed="rId5"/>
                <a:stretch>
                  <a:fillRect l="-6299" b="-32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B251969-C18A-4D8F-973A-3753DCE6E35E}"/>
                  </a:ext>
                </a:extLst>
              </p:cNvPr>
              <p:cNvSpPr txBox="1"/>
              <p:nvPr/>
            </p:nvSpPr>
            <p:spPr>
              <a:xfrm>
                <a:off x="4829005" y="3235130"/>
                <a:ext cx="1866627" cy="552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reciprocal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b="0" i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25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b="0" i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9</m:t>
                        </m:r>
                      </m:den>
                    </m:f>
                  </m:oMath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B251969-C18A-4D8F-973A-3753DCE6E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005" y="3235130"/>
                <a:ext cx="1866627" cy="552652"/>
              </a:xfrm>
              <a:prstGeom prst="rect">
                <a:avLst/>
              </a:prstGeom>
              <a:blipFill>
                <a:blip r:embed="rId6"/>
                <a:stretch>
                  <a:fillRect l="-2614" b="-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67069C0-B3D3-453B-8D91-748D414824A3}"/>
              </a:ext>
            </a:extLst>
          </p:cNvPr>
          <p:cNvSpPr/>
          <p:nvPr/>
        </p:nvSpPr>
        <p:spPr>
          <a:xfrm>
            <a:off x="4042968" y="4117161"/>
            <a:ext cx="3088925" cy="2066425"/>
          </a:xfrm>
          <a:prstGeom prst="roundRect">
            <a:avLst/>
          </a:prstGeom>
          <a:noFill/>
          <a:ln>
            <a:solidFill>
              <a:srgbClr val="00B0F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DD933EF-A286-43D3-BA44-AB5C6FAB561F}"/>
              </a:ext>
            </a:extLst>
          </p:cNvPr>
          <p:cNvSpPr/>
          <p:nvPr/>
        </p:nvSpPr>
        <p:spPr>
          <a:xfrm>
            <a:off x="4218713" y="4276965"/>
            <a:ext cx="509954" cy="49236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1516D1D-7FA2-4A82-914F-34E725D404D7}"/>
                  </a:ext>
                </a:extLst>
              </p:cNvPr>
              <p:cNvSpPr txBox="1"/>
              <p:nvPr/>
            </p:nvSpPr>
            <p:spPr>
              <a:xfrm>
                <a:off x="5364118" y="4200206"/>
                <a:ext cx="1213449" cy="900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7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8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10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1516D1D-7FA2-4A82-914F-34E725D40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118" y="4200206"/>
                <a:ext cx="1213449" cy="9009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FEBC5680-0C5C-43FD-BA88-CB2928A6C9B6}"/>
              </a:ext>
            </a:extLst>
          </p:cNvPr>
          <p:cNvGrpSpPr/>
          <p:nvPr/>
        </p:nvGrpSpPr>
        <p:grpSpPr>
          <a:xfrm>
            <a:off x="5563522" y="4354390"/>
            <a:ext cx="457200" cy="713470"/>
            <a:chOff x="6096000" y="5382611"/>
            <a:chExt cx="457200" cy="713470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96168E2-B394-4C4C-BA49-371B8AF52247}"/>
                </a:ext>
              </a:extLst>
            </p:cNvPr>
            <p:cNvCxnSpPr/>
            <p:nvPr/>
          </p:nvCxnSpPr>
          <p:spPr>
            <a:xfrm>
              <a:off x="6207760" y="5405120"/>
              <a:ext cx="238374" cy="386080"/>
            </a:xfrm>
            <a:prstGeom prst="line">
              <a:avLst/>
            </a:prstGeom>
            <a:ln>
              <a:solidFill>
                <a:srgbClr val="7030A0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97D9395-8695-4D28-BACE-A8381E438E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760" y="5382611"/>
              <a:ext cx="198790" cy="408589"/>
            </a:xfrm>
            <a:prstGeom prst="line">
              <a:avLst/>
            </a:prstGeom>
            <a:ln>
              <a:solidFill>
                <a:srgbClr val="7030A0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512BB32E-1AB3-45A3-AFB1-13982D2ED6CC}"/>
                </a:ext>
              </a:extLst>
            </p:cNvPr>
            <p:cNvSpPr/>
            <p:nvPr/>
          </p:nvSpPr>
          <p:spPr>
            <a:xfrm>
              <a:off x="6096000" y="5872480"/>
              <a:ext cx="457200" cy="223601"/>
            </a:xfrm>
            <a:custGeom>
              <a:avLst/>
              <a:gdLst>
                <a:gd name="connsiteX0" fmla="*/ 0 w 457200"/>
                <a:gd name="connsiteY0" fmla="*/ 20320 h 223601"/>
                <a:gd name="connsiteX1" fmla="*/ 284480 w 457200"/>
                <a:gd name="connsiteY1" fmla="*/ 223520 h 223601"/>
                <a:gd name="connsiteX2" fmla="*/ 457200 w 457200"/>
                <a:gd name="connsiteY2" fmla="*/ 0 h 22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7200" h="223601">
                  <a:moveTo>
                    <a:pt x="0" y="20320"/>
                  </a:moveTo>
                  <a:cubicBezTo>
                    <a:pt x="104140" y="123613"/>
                    <a:pt x="208280" y="226907"/>
                    <a:pt x="284480" y="223520"/>
                  </a:cubicBezTo>
                  <a:cubicBezTo>
                    <a:pt x="360680" y="220133"/>
                    <a:pt x="408940" y="110066"/>
                    <a:pt x="457200" y="0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B572485-BAE6-42C7-993A-81436A84E33B}"/>
                  </a:ext>
                </a:extLst>
              </p:cNvPr>
              <p:cNvSpPr txBox="1"/>
              <p:nvPr/>
            </p:nvSpPr>
            <p:spPr>
              <a:xfrm>
                <a:off x="4042968" y="5255342"/>
                <a:ext cx="1321150" cy="623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70 + 24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80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B572485-BAE6-42C7-993A-81436A84E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968" y="5255342"/>
                <a:ext cx="1321150" cy="6239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F1C8B94-41A1-477F-9459-928D3DD3DFBD}"/>
                  </a:ext>
                </a:extLst>
              </p:cNvPr>
              <p:cNvSpPr txBox="1"/>
              <p:nvPr/>
            </p:nvSpPr>
            <p:spPr>
              <a:xfrm>
                <a:off x="5033760" y="5234431"/>
                <a:ext cx="633804" cy="623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94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80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F1C8B94-41A1-477F-9459-928D3DD3D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760" y="5234431"/>
                <a:ext cx="633804" cy="6239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850B23C-0DFF-4CDA-BB15-C85C69400DBA}"/>
                  </a:ext>
                </a:extLst>
              </p:cNvPr>
              <p:cNvSpPr txBox="1"/>
              <p:nvPr/>
            </p:nvSpPr>
            <p:spPr>
              <a:xfrm>
                <a:off x="5624686" y="5234431"/>
                <a:ext cx="633804" cy="623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47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850B23C-0DFF-4CDA-BB15-C85C69400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686" y="5234431"/>
                <a:ext cx="633804" cy="6239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CEF0934-F657-4390-A032-36EB5C13E640}"/>
                  </a:ext>
                </a:extLst>
              </p:cNvPr>
              <p:cNvSpPr txBox="1"/>
              <p:nvPr/>
            </p:nvSpPr>
            <p:spPr>
              <a:xfrm>
                <a:off x="6215612" y="5234431"/>
                <a:ext cx="633804" cy="623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  <m:f>
                        <m:fPr>
                          <m:ctrl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7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CEF0934-F657-4390-A032-36EB5C13E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612" y="5234431"/>
                <a:ext cx="633804" cy="623953"/>
              </a:xfrm>
              <a:prstGeom prst="rect">
                <a:avLst/>
              </a:prstGeom>
              <a:blipFill>
                <a:blip r:embed="rId11"/>
                <a:stretch>
                  <a:fillRect r="-182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730D46D-852C-4FBD-A5FE-0940CDA96F51}"/>
              </a:ext>
            </a:extLst>
          </p:cNvPr>
          <p:cNvSpPr/>
          <p:nvPr/>
        </p:nvSpPr>
        <p:spPr>
          <a:xfrm>
            <a:off x="7304595" y="2156729"/>
            <a:ext cx="4783371" cy="3908170"/>
          </a:xfrm>
          <a:prstGeom prst="roundRect">
            <a:avLst/>
          </a:prstGeom>
          <a:noFill/>
          <a:ln>
            <a:solidFill>
              <a:srgbClr val="00B0F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8205325-642D-4E4E-AAD4-041DAF660F86}"/>
              </a:ext>
            </a:extLst>
          </p:cNvPr>
          <p:cNvSpPr/>
          <p:nvPr/>
        </p:nvSpPr>
        <p:spPr>
          <a:xfrm>
            <a:off x="7561665" y="2364531"/>
            <a:ext cx="509954" cy="49236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5.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56D77B8-4D64-4E57-9D5F-82B1271749EF}"/>
              </a:ext>
            </a:extLst>
          </p:cNvPr>
          <p:cNvSpPr txBox="1"/>
          <p:nvPr/>
        </p:nvSpPr>
        <p:spPr>
          <a:xfrm>
            <a:off x="9736572" y="2176192"/>
            <a:ext cx="1412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en-GB" sz="16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+ bn + c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C8A8BE7-3B9B-47AF-B6AB-76C4EC661892}"/>
              </a:ext>
            </a:extLst>
          </p:cNvPr>
          <p:cNvSpPr txBox="1"/>
          <p:nvPr/>
        </p:nvSpPr>
        <p:spPr>
          <a:xfrm>
            <a:off x="7577328" y="3265574"/>
            <a:ext cx="519529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+4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DA760F-0173-47C6-94F2-1181DC0DE160}"/>
              </a:ext>
            </a:extLst>
          </p:cNvPr>
          <p:cNvSpPr txBox="1"/>
          <p:nvPr/>
        </p:nvSpPr>
        <p:spPr>
          <a:xfrm>
            <a:off x="8145695" y="3257151"/>
            <a:ext cx="519529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+8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FC6B337-484E-48BB-8355-A14337F24F01}"/>
              </a:ext>
            </a:extLst>
          </p:cNvPr>
          <p:cNvSpPr txBox="1"/>
          <p:nvPr/>
        </p:nvSpPr>
        <p:spPr>
          <a:xfrm>
            <a:off x="8707472" y="3257151"/>
            <a:ext cx="519529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+12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BC73B97-EBE1-4045-963F-656EF04853FB}"/>
              </a:ext>
            </a:extLst>
          </p:cNvPr>
          <p:cNvSpPr txBox="1"/>
          <p:nvPr/>
        </p:nvSpPr>
        <p:spPr>
          <a:xfrm>
            <a:off x="9265444" y="3257151"/>
            <a:ext cx="519529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+16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989FB7F-7633-4926-B33D-6EAEF9EAEAB2}"/>
              </a:ext>
            </a:extLst>
          </p:cNvPr>
          <p:cNvSpPr txBox="1"/>
          <p:nvPr/>
        </p:nvSpPr>
        <p:spPr>
          <a:xfrm>
            <a:off x="7959439" y="3583234"/>
            <a:ext cx="417769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+4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AF6AE7D-6A01-4569-A911-393369C038AF}"/>
              </a:ext>
            </a:extLst>
          </p:cNvPr>
          <p:cNvSpPr txBox="1"/>
          <p:nvPr/>
        </p:nvSpPr>
        <p:spPr>
          <a:xfrm>
            <a:off x="8405460" y="3596187"/>
            <a:ext cx="417769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+4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50AB330-F45A-4294-9E2A-8013B44892D4}"/>
              </a:ext>
            </a:extLst>
          </p:cNvPr>
          <p:cNvSpPr txBox="1"/>
          <p:nvPr/>
        </p:nvSpPr>
        <p:spPr>
          <a:xfrm>
            <a:off x="8851481" y="3596187"/>
            <a:ext cx="417769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+4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A1CFD64-8E22-4041-A4B4-A4A7372E28CC}"/>
              </a:ext>
            </a:extLst>
          </p:cNvPr>
          <p:cNvCxnSpPr>
            <a:cxnSpLocks/>
          </p:cNvCxnSpPr>
          <p:nvPr/>
        </p:nvCxnSpPr>
        <p:spPr>
          <a:xfrm flipV="1">
            <a:off x="9254474" y="2753798"/>
            <a:ext cx="605945" cy="1073360"/>
          </a:xfrm>
          <a:prstGeom prst="straightConnector1">
            <a:avLst/>
          </a:prstGeom>
          <a:ln>
            <a:tailEnd type="triangle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0E3AB39B-11F1-44D1-8EBE-90B6C9D824D8}"/>
              </a:ext>
            </a:extLst>
          </p:cNvPr>
          <p:cNvSpPr txBox="1"/>
          <p:nvPr/>
        </p:nvSpPr>
        <p:spPr>
          <a:xfrm rot="19241365">
            <a:off x="9226553" y="3390480"/>
            <a:ext cx="931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halve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51D8B6C-A9BE-443E-8572-CDE87CA81EA9}"/>
              </a:ext>
            </a:extLst>
          </p:cNvPr>
          <p:cNvSpPr txBox="1"/>
          <p:nvPr/>
        </p:nvSpPr>
        <p:spPr>
          <a:xfrm>
            <a:off x="9783614" y="2457701"/>
            <a:ext cx="1473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2n</a:t>
            </a:r>
            <a:r>
              <a:rPr lang="en-GB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7BA1464-E86A-471E-9A8A-CFE9F9781A25}"/>
              </a:ext>
            </a:extLst>
          </p:cNvPr>
          <p:cNvGrpSpPr/>
          <p:nvPr/>
        </p:nvGrpSpPr>
        <p:grpSpPr>
          <a:xfrm>
            <a:off x="8200982" y="4089243"/>
            <a:ext cx="2834998" cy="1837592"/>
            <a:chOff x="4705290" y="3207683"/>
            <a:chExt cx="3968412" cy="1837592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8E8B52F-385F-4CEF-9554-FEF4BA67BCA7}"/>
                </a:ext>
              </a:extLst>
            </p:cNvPr>
            <p:cNvCxnSpPr/>
            <p:nvPr/>
          </p:nvCxnSpPr>
          <p:spPr>
            <a:xfrm>
              <a:off x="5314357" y="3207683"/>
              <a:ext cx="0" cy="18375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D0E818E-A607-445E-B155-D6EC49AA0052}"/>
                </a:ext>
              </a:extLst>
            </p:cNvPr>
            <p:cNvCxnSpPr/>
            <p:nvPr/>
          </p:nvCxnSpPr>
          <p:spPr>
            <a:xfrm>
              <a:off x="4705290" y="3547993"/>
              <a:ext cx="39199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6FD3C04-C210-47BB-AF7C-186740B8B8EB}"/>
                </a:ext>
              </a:extLst>
            </p:cNvPr>
            <p:cNvCxnSpPr/>
            <p:nvPr/>
          </p:nvCxnSpPr>
          <p:spPr>
            <a:xfrm>
              <a:off x="4753738" y="4057947"/>
              <a:ext cx="39199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B89C9DE-D61D-4CA4-9BE1-D7425D2E5490}"/>
                </a:ext>
              </a:extLst>
            </p:cNvPr>
            <p:cNvCxnSpPr/>
            <p:nvPr/>
          </p:nvCxnSpPr>
          <p:spPr>
            <a:xfrm>
              <a:off x="4744720" y="4515147"/>
              <a:ext cx="39199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43" name="Picture 142">
            <a:extLst>
              <a:ext uri="{FF2B5EF4-FFF2-40B4-BE49-F238E27FC236}">
                <a16:creationId xmlns:a16="http://schemas.microsoft.com/office/drawing/2014/main" id="{23DA8D36-01F8-49A3-9281-17085660A1E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6386" y="4016391"/>
            <a:ext cx="426304" cy="412842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657FCB9C-D0D5-4CA2-9A9F-C33755C2A34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981" y="4520567"/>
            <a:ext cx="426304" cy="412842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5974AAD6-A108-447C-AC19-7248345ED4E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35771" y="5031926"/>
            <a:ext cx="426304" cy="412842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190F9B5F-0165-41A4-B865-0422A5CA34AD}"/>
              </a:ext>
            </a:extLst>
          </p:cNvPr>
          <p:cNvSpPr txBox="1"/>
          <p:nvPr/>
        </p:nvSpPr>
        <p:spPr>
          <a:xfrm>
            <a:off x="8138902" y="4046243"/>
            <a:ext cx="266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D482B13-F4C0-4649-9953-BE0BE90FD351}"/>
              </a:ext>
            </a:extLst>
          </p:cNvPr>
          <p:cNvSpPr txBox="1"/>
          <p:nvPr/>
        </p:nvSpPr>
        <p:spPr>
          <a:xfrm>
            <a:off x="8031671" y="4546147"/>
            <a:ext cx="527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2n</a:t>
            </a:r>
            <a:r>
              <a:rPr lang="en-GB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0D3B3D0-4340-4F28-A800-3787B7DB3BF3}"/>
              </a:ext>
            </a:extLst>
          </p:cNvPr>
          <p:cNvSpPr txBox="1"/>
          <p:nvPr/>
        </p:nvSpPr>
        <p:spPr>
          <a:xfrm>
            <a:off x="8048203" y="5056100"/>
            <a:ext cx="601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latin typeface="Arial" panose="020B0604020202020204" pitchFamily="34" charset="0"/>
                <a:cs typeface="Arial" panose="020B0604020202020204" pitchFamily="34" charset="0"/>
              </a:rPr>
              <a:t>seq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C88BEFF-C459-4DC0-BD9D-A7979681300C}"/>
              </a:ext>
            </a:extLst>
          </p:cNvPr>
          <p:cNvSpPr txBox="1"/>
          <p:nvPr/>
        </p:nvSpPr>
        <p:spPr>
          <a:xfrm>
            <a:off x="8710249" y="4038345"/>
            <a:ext cx="2244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1      2      3      4      5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030186B-1FA2-4FAF-9589-8E27A990AED8}"/>
              </a:ext>
            </a:extLst>
          </p:cNvPr>
          <p:cNvSpPr txBox="1"/>
          <p:nvPr/>
        </p:nvSpPr>
        <p:spPr>
          <a:xfrm>
            <a:off x="8710248" y="4566874"/>
            <a:ext cx="22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2      8    18     32    50      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CB526BD-7072-4214-9859-5469CCEB92EA}"/>
              </a:ext>
            </a:extLst>
          </p:cNvPr>
          <p:cNvSpPr txBox="1"/>
          <p:nvPr/>
        </p:nvSpPr>
        <p:spPr>
          <a:xfrm>
            <a:off x="8727115" y="5060418"/>
            <a:ext cx="2379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4      8    16     28    44</a:t>
            </a:r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53AE26D6-B07C-4D35-8959-B226FBFE8F9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9162" y="5562054"/>
            <a:ext cx="426304" cy="41284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D446C032-7974-4885-89EC-B520D8B856BA}"/>
              </a:ext>
            </a:extLst>
          </p:cNvPr>
          <p:cNvSpPr txBox="1"/>
          <p:nvPr/>
        </p:nvSpPr>
        <p:spPr>
          <a:xfrm>
            <a:off x="7960184" y="5615371"/>
            <a:ext cx="193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4A512274-2F91-4F50-8C5B-EC6A8FCE08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88306" y="5566016"/>
            <a:ext cx="426304" cy="412842"/>
          </a:xfrm>
          <a:prstGeom prst="rect">
            <a:avLst/>
          </a:prstGeom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F1E308EA-848E-469A-9E13-9BA47A6A0929}"/>
              </a:ext>
            </a:extLst>
          </p:cNvPr>
          <p:cNvSpPr txBox="1"/>
          <p:nvPr/>
        </p:nvSpPr>
        <p:spPr>
          <a:xfrm>
            <a:off x="8733391" y="5599198"/>
            <a:ext cx="2457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2      0     - 2     - 4    -6 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9F4F6C7E-E7D8-4584-9F1D-DA4EE3889881}"/>
              </a:ext>
            </a:extLst>
          </p:cNvPr>
          <p:cNvCxnSpPr>
            <a:cxnSpLocks/>
          </p:cNvCxnSpPr>
          <p:nvPr/>
        </p:nvCxnSpPr>
        <p:spPr>
          <a:xfrm flipH="1">
            <a:off x="10890427" y="5415381"/>
            <a:ext cx="248215" cy="337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080839D2-4C96-4B8D-9EFE-C5EE226A2973}"/>
              </a:ext>
            </a:extLst>
          </p:cNvPr>
          <p:cNvSpPr txBox="1"/>
          <p:nvPr/>
        </p:nvSpPr>
        <p:spPr>
          <a:xfrm>
            <a:off x="11051021" y="4769334"/>
            <a:ext cx="1066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nth term: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DD72538-1C61-44D3-92F7-05AF97B8B444}"/>
              </a:ext>
            </a:extLst>
          </p:cNvPr>
          <p:cNvSpPr txBox="1"/>
          <p:nvPr/>
        </p:nvSpPr>
        <p:spPr>
          <a:xfrm>
            <a:off x="11067553" y="5099374"/>
            <a:ext cx="1066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-2n + 4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D726659-065E-41B2-9E58-304C0CA64611}"/>
              </a:ext>
            </a:extLst>
          </p:cNvPr>
          <p:cNvSpPr txBox="1"/>
          <p:nvPr/>
        </p:nvSpPr>
        <p:spPr>
          <a:xfrm>
            <a:off x="9849531" y="2772520"/>
            <a:ext cx="14139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2n</a:t>
            </a:r>
            <a:r>
              <a:rPr lang="en-GB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– 2n + 4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3BE0F46-82E5-4901-BCF4-E0E0A5EB8E06}"/>
              </a:ext>
            </a:extLst>
          </p:cNvPr>
          <p:cNvSpPr txBox="1"/>
          <p:nvPr/>
        </p:nvSpPr>
        <p:spPr>
          <a:xfrm>
            <a:off x="7515302" y="2941065"/>
            <a:ext cx="2386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4     8      16      28     44</a:t>
            </a:r>
          </a:p>
        </p:txBody>
      </p:sp>
    </p:spTree>
    <p:extLst>
      <p:ext uri="{BB962C8B-B14F-4D97-AF65-F5344CB8AC3E}">
        <p14:creationId xmlns:p14="http://schemas.microsoft.com/office/powerpoint/2010/main" val="258585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4.44444E-6 L -0.07877 -0.38565 " pathEditMode="relative" rAng="0" ptsTypes="AA">
                                      <p:cBhvr>
                                        <p:cTn id="239" dur="2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5" y="-19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59" grpId="0"/>
      <p:bldP spid="60" grpId="0"/>
      <p:bldP spid="64" grpId="0" animBg="1"/>
      <p:bldP spid="66" grpId="0"/>
      <p:bldP spid="67" grpId="0"/>
      <p:bldP spid="69" grpId="0" animBg="1"/>
      <p:bldP spid="70" grpId="0"/>
      <p:bldP spid="71" grpId="0"/>
      <p:bldP spid="72" grpId="0"/>
      <p:bldP spid="73" grpId="0"/>
      <p:bldP spid="75" grpId="0" animBg="1"/>
      <p:bldP spid="76" grpId="0"/>
      <p:bldP spid="86" grpId="0"/>
      <p:bldP spid="87" grpId="0"/>
      <p:bldP spid="88" grpId="0"/>
      <p:bldP spid="89" grpId="0"/>
      <p:bldP spid="91" grpId="0" animBg="1"/>
      <p:bldP spid="127" grpId="0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6" grpId="0"/>
      <p:bldP spid="137" grpId="0"/>
      <p:bldP spid="146" grpId="0"/>
      <p:bldP spid="147" grpId="0"/>
      <p:bldP spid="148" grpId="0"/>
      <p:bldP spid="149" grpId="0"/>
      <p:bldP spid="150" grpId="0"/>
      <p:bldP spid="151" grpId="0"/>
      <p:bldP spid="153" grpId="0"/>
      <p:bldP spid="155" grpId="0"/>
      <p:bldP spid="157" grpId="0"/>
      <p:bldP spid="158" grpId="0"/>
      <p:bldP spid="158" grpId="1"/>
      <p:bldP spid="159" grpId="0"/>
      <p:bldP spid="1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1EFCB23-A9E1-427F-A866-9ECAA3D2B4B1}"/>
              </a:ext>
            </a:extLst>
          </p:cNvPr>
          <p:cNvGrpSpPr/>
          <p:nvPr/>
        </p:nvGrpSpPr>
        <p:grpSpPr>
          <a:xfrm>
            <a:off x="857230" y="462108"/>
            <a:ext cx="10477540" cy="5933783"/>
            <a:chOff x="1156040" y="355393"/>
            <a:chExt cx="10477540" cy="593378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77733AD-7BEA-4331-BABD-BCDE84FD8627}"/>
                </a:ext>
              </a:extLst>
            </p:cNvPr>
            <p:cNvGrpSpPr/>
            <p:nvPr/>
          </p:nvGrpSpPr>
          <p:grpSpPr>
            <a:xfrm>
              <a:off x="1156040" y="355393"/>
              <a:ext cx="10477540" cy="5933783"/>
              <a:chOff x="586646" y="204190"/>
              <a:chExt cx="10477540" cy="5933783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9CD97D1-8F10-4E57-B065-D5DFB3E11C94}"/>
                  </a:ext>
                </a:extLst>
              </p:cNvPr>
              <p:cNvSpPr/>
              <p:nvPr/>
            </p:nvSpPr>
            <p:spPr>
              <a:xfrm>
                <a:off x="4000500" y="2391508"/>
                <a:ext cx="3455377" cy="1863969"/>
              </a:xfrm>
              <a:prstGeom prst="ellipse">
                <a:avLst/>
              </a:prstGeom>
              <a:solidFill>
                <a:srgbClr val="FF9999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500" b="1" u="sng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Chapter 4 – Percentages</a:t>
                </a: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7052D1F6-796E-4F4C-8ED6-70D7EEC563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4110" y="1693696"/>
                <a:ext cx="1605898" cy="7813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BA4BE261-4E6D-47E7-A815-72D362D211F6}"/>
                  </a:ext>
                </a:extLst>
              </p:cNvPr>
              <p:cNvSpPr/>
              <p:nvPr/>
            </p:nvSpPr>
            <p:spPr>
              <a:xfrm>
                <a:off x="8346396" y="892419"/>
                <a:ext cx="2475307" cy="1107831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Percentages of an Amount (calculator and non-calculator method)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E82FF899-4691-4367-90C1-623397A026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5877" y="3301513"/>
                <a:ext cx="843776" cy="2813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A6FA701-6DDE-45C9-AF75-2B054E416D47}"/>
                  </a:ext>
                </a:extLst>
              </p:cNvPr>
              <p:cNvSpPr/>
              <p:nvPr/>
            </p:nvSpPr>
            <p:spPr>
              <a:xfrm>
                <a:off x="1161118" y="4476727"/>
                <a:ext cx="2475307" cy="1107831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Multipliers</a:t>
                </a: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4A71D05F-8E7C-4F38-9217-7A0AF8B2D8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2207" y="4216614"/>
                <a:ext cx="925939" cy="59781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ADCF61BF-EAAC-4AA4-8084-628C69498F02}"/>
                  </a:ext>
                </a:extLst>
              </p:cNvPr>
              <p:cNvSpPr/>
              <p:nvPr/>
            </p:nvSpPr>
            <p:spPr>
              <a:xfrm>
                <a:off x="8628717" y="3405060"/>
                <a:ext cx="2435469" cy="1107831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Percentage Increase and Decrease 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82F08454-B163-407A-A6CB-A4F87B095C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83757" y="4100807"/>
                <a:ext cx="659898" cy="39595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4671FD40-E9C9-4265-AA70-A17E99F82B7C}"/>
                  </a:ext>
                </a:extLst>
              </p:cNvPr>
              <p:cNvSpPr/>
              <p:nvPr/>
            </p:nvSpPr>
            <p:spPr>
              <a:xfrm>
                <a:off x="873882" y="1921119"/>
                <a:ext cx="2435469" cy="1107831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Percentage Change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C5C14B4-B38C-4D34-8F07-AAE4D6F15D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89073" y="1454017"/>
                <a:ext cx="121994" cy="10210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F7AF5DA1-3568-42D2-AADE-B4B92AB5C65D}"/>
                  </a:ext>
                </a:extLst>
              </p:cNvPr>
              <p:cNvSpPr/>
              <p:nvPr/>
            </p:nvSpPr>
            <p:spPr>
              <a:xfrm>
                <a:off x="4221348" y="311568"/>
                <a:ext cx="2435469" cy="1107831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Reverse Percentages (Finding the original)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006A1707-E83E-4B58-8927-7C137310CB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96217" y="3214692"/>
                <a:ext cx="1131488" cy="2736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3DAD8AA3-5C96-4D88-82FA-6E541151E63B}"/>
                  </a:ext>
                </a:extLst>
              </p:cNvPr>
              <p:cNvSpPr/>
              <p:nvPr/>
            </p:nvSpPr>
            <p:spPr>
              <a:xfrm>
                <a:off x="8110008" y="716057"/>
                <a:ext cx="574472" cy="429142"/>
              </a:xfrm>
              <a:prstGeom prst="round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</a:t>
                </a: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F8D6FEFA-B66F-416E-B1FA-250468B2EBE9}"/>
                  </a:ext>
                </a:extLst>
              </p:cNvPr>
              <p:cNvSpPr/>
              <p:nvPr/>
            </p:nvSpPr>
            <p:spPr>
              <a:xfrm>
                <a:off x="8397244" y="3201767"/>
                <a:ext cx="574472" cy="429142"/>
              </a:xfrm>
              <a:prstGeom prst="round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2.</a:t>
                </a: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8F18B339-5A1A-4ED3-AE6D-845D3AE3DDB9}"/>
                  </a:ext>
                </a:extLst>
              </p:cNvPr>
              <p:cNvSpPr/>
              <p:nvPr/>
            </p:nvSpPr>
            <p:spPr>
              <a:xfrm>
                <a:off x="832254" y="4298320"/>
                <a:ext cx="574472" cy="429142"/>
              </a:xfrm>
              <a:prstGeom prst="round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4.</a:t>
                </a:r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CDAB2037-3498-4687-B146-E1437E04865E}"/>
                  </a:ext>
                </a:extLst>
              </p:cNvPr>
              <p:cNvSpPr/>
              <p:nvPr/>
            </p:nvSpPr>
            <p:spPr>
              <a:xfrm>
                <a:off x="5526606" y="5030142"/>
                <a:ext cx="2435469" cy="1107831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VAT,  deposits &amp; interest 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8607D961-1C83-4F34-BC6A-4B2EC47B84A4}"/>
                  </a:ext>
                </a:extLst>
              </p:cNvPr>
              <p:cNvSpPr/>
              <p:nvPr/>
            </p:nvSpPr>
            <p:spPr>
              <a:xfrm>
                <a:off x="3934112" y="204190"/>
                <a:ext cx="574472" cy="429142"/>
              </a:xfrm>
              <a:prstGeom prst="round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6.</a:t>
                </a: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C98733E8-6F54-4A83-9FEC-EDB236FD57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761322" y="2058501"/>
                <a:ext cx="920052" cy="4923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88C37990-1C74-4843-BE55-BC5EFE6D59F3}"/>
                  </a:ext>
                </a:extLst>
              </p:cNvPr>
              <p:cNvSpPr/>
              <p:nvPr/>
            </p:nvSpPr>
            <p:spPr>
              <a:xfrm>
                <a:off x="586646" y="1785679"/>
                <a:ext cx="574472" cy="429142"/>
              </a:xfrm>
              <a:prstGeom prst="round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5.</a:t>
                </a:r>
              </a:p>
            </p:txBody>
          </p:sp>
        </p:grp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0D0223A2-1418-4217-8FE8-96A6F5F12567}"/>
                </a:ext>
              </a:extLst>
            </p:cNvPr>
            <p:cNvSpPr/>
            <p:nvPr/>
          </p:nvSpPr>
          <p:spPr>
            <a:xfrm>
              <a:off x="5808764" y="5018587"/>
              <a:ext cx="574472" cy="429142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3716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9AA5DD-250D-4892-814B-E03656EF2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807"/>
            <a:ext cx="4834547" cy="11766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21A1B1-3DE3-4C36-B174-4856E7CC0CCB}"/>
              </a:ext>
            </a:extLst>
          </p:cNvPr>
          <p:cNvSpPr txBox="1"/>
          <p:nvPr/>
        </p:nvSpPr>
        <p:spPr>
          <a:xfrm>
            <a:off x="424957" y="1311437"/>
            <a:ext cx="38577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Per cent means ‘out of 100’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EE4D14-4EF2-4020-AB6A-CB17FEDA9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830" y="186627"/>
            <a:ext cx="5998984" cy="1072989"/>
          </a:xfrm>
          <a:prstGeom prst="rect">
            <a:avLst/>
          </a:prstGeom>
        </p:spPr>
      </p:pic>
      <p:pic>
        <p:nvPicPr>
          <p:cNvPr id="5122" name="Picture 2" descr="Percents: Introduction to Percentages">
            <a:extLst>
              <a:ext uri="{FF2B5EF4-FFF2-40B4-BE49-F238E27FC236}">
                <a16:creationId xmlns:a16="http://schemas.microsoft.com/office/drawing/2014/main" id="{877AE149-D06F-4B61-A0AD-D2C25B4F3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21032">
            <a:off x="5359110" y="1455186"/>
            <a:ext cx="2891200" cy="178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ercents: Percentages in Real Life">
            <a:extLst>
              <a:ext uri="{FF2B5EF4-FFF2-40B4-BE49-F238E27FC236}">
                <a16:creationId xmlns:a16="http://schemas.microsoft.com/office/drawing/2014/main" id="{BA71B614-3383-44AA-91F6-B17084520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004" y="3720102"/>
            <a:ext cx="3257769" cy="144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ercents: Percentages in Real Life">
            <a:extLst>
              <a:ext uri="{FF2B5EF4-FFF2-40B4-BE49-F238E27FC236}">
                <a16:creationId xmlns:a16="http://schemas.microsoft.com/office/drawing/2014/main" id="{3E960451-3990-4E84-852D-B1DA26FC8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5467">
            <a:off x="8463366" y="2091050"/>
            <a:ext cx="3432728" cy="1517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Percentages Sale Stock Illustrations – 2,709 Percentages Sale Stock  Illustrations, Vectors &amp; Clipart - Dreamstime">
            <a:extLst>
              <a:ext uri="{FF2B5EF4-FFF2-40B4-BE49-F238E27FC236}">
                <a16:creationId xmlns:a16="http://schemas.microsoft.com/office/drawing/2014/main" id="{D8C0AD34-4D4B-4D76-A7B9-5664476BAF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1" t="23469" r="3388" b="25102"/>
          <a:stretch/>
        </p:blipFill>
        <p:spPr bwMode="auto">
          <a:xfrm rot="260405">
            <a:off x="901048" y="3447310"/>
            <a:ext cx="3032449" cy="135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631384D-C180-4D52-AD7E-58EB796E97B1}"/>
              </a:ext>
            </a:extLst>
          </p:cNvPr>
          <p:cNvSpPr txBox="1"/>
          <p:nvPr/>
        </p:nvSpPr>
        <p:spPr>
          <a:xfrm>
            <a:off x="1302034" y="2161553"/>
            <a:ext cx="9932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35%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D88F85-A184-4659-B4AF-C098139970D2}"/>
                  </a:ext>
                </a:extLst>
              </p:cNvPr>
              <p:cNvSpPr txBox="1"/>
              <p:nvPr/>
            </p:nvSpPr>
            <p:spPr>
              <a:xfrm>
                <a:off x="2144233" y="1993020"/>
                <a:ext cx="993297" cy="742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35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D88F85-A184-4659-B4AF-C09813997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233" y="1993020"/>
                <a:ext cx="993297" cy="7421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027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201A04-8D5B-495D-BBD9-FAE73437F667}"/>
              </a:ext>
            </a:extLst>
          </p:cNvPr>
          <p:cNvSpPr txBox="1"/>
          <p:nvPr/>
        </p:nvSpPr>
        <p:spPr>
          <a:xfrm>
            <a:off x="1597572" y="1933902"/>
            <a:ext cx="8996855" cy="2554545"/>
          </a:xfrm>
          <a:custGeom>
            <a:avLst/>
            <a:gdLst>
              <a:gd name="csX0" fmla="*/ 0 w 8996855"/>
              <a:gd name="csY0" fmla="*/ 0 h 2554545"/>
              <a:gd name="csX1" fmla="*/ 599790 w 8996855"/>
              <a:gd name="csY1" fmla="*/ 0 h 2554545"/>
              <a:gd name="csX2" fmla="*/ 929675 w 8996855"/>
              <a:gd name="csY2" fmla="*/ 0 h 2554545"/>
              <a:gd name="csX3" fmla="*/ 1619434 w 8996855"/>
              <a:gd name="csY3" fmla="*/ 0 h 2554545"/>
              <a:gd name="csX4" fmla="*/ 2309193 w 8996855"/>
              <a:gd name="csY4" fmla="*/ 0 h 2554545"/>
              <a:gd name="csX5" fmla="*/ 2639077 w 8996855"/>
              <a:gd name="csY5" fmla="*/ 0 h 2554545"/>
              <a:gd name="csX6" fmla="*/ 3328836 w 8996855"/>
              <a:gd name="csY6" fmla="*/ 0 h 2554545"/>
              <a:gd name="csX7" fmla="*/ 3658721 w 8996855"/>
              <a:gd name="csY7" fmla="*/ 0 h 2554545"/>
              <a:gd name="csX8" fmla="*/ 4348480 w 8996855"/>
              <a:gd name="csY8" fmla="*/ 0 h 2554545"/>
              <a:gd name="csX9" fmla="*/ 4858302 w 8996855"/>
              <a:gd name="csY9" fmla="*/ 0 h 2554545"/>
              <a:gd name="csX10" fmla="*/ 5368123 w 8996855"/>
              <a:gd name="csY10" fmla="*/ 0 h 2554545"/>
              <a:gd name="csX11" fmla="*/ 5967914 w 8996855"/>
              <a:gd name="csY11" fmla="*/ 0 h 2554545"/>
              <a:gd name="csX12" fmla="*/ 6567704 w 8996855"/>
              <a:gd name="csY12" fmla="*/ 0 h 2554545"/>
              <a:gd name="csX13" fmla="*/ 7347432 w 8996855"/>
              <a:gd name="csY13" fmla="*/ 0 h 2554545"/>
              <a:gd name="csX14" fmla="*/ 7857253 w 8996855"/>
              <a:gd name="csY14" fmla="*/ 0 h 2554545"/>
              <a:gd name="csX15" fmla="*/ 8187138 w 8996855"/>
              <a:gd name="csY15" fmla="*/ 0 h 2554545"/>
              <a:gd name="csX16" fmla="*/ 8996855 w 8996855"/>
              <a:gd name="csY16" fmla="*/ 0 h 2554545"/>
              <a:gd name="csX17" fmla="*/ 8996855 w 8996855"/>
              <a:gd name="csY17" fmla="*/ 562000 h 2554545"/>
              <a:gd name="csX18" fmla="*/ 8996855 w 8996855"/>
              <a:gd name="csY18" fmla="*/ 1047363 h 2554545"/>
              <a:gd name="csX19" fmla="*/ 8996855 w 8996855"/>
              <a:gd name="csY19" fmla="*/ 1507182 h 2554545"/>
              <a:gd name="csX20" fmla="*/ 8996855 w 8996855"/>
              <a:gd name="csY20" fmla="*/ 1992545 h 2554545"/>
              <a:gd name="csX21" fmla="*/ 8996855 w 8996855"/>
              <a:gd name="csY21" fmla="*/ 2554545 h 2554545"/>
              <a:gd name="csX22" fmla="*/ 8217128 w 8996855"/>
              <a:gd name="csY22" fmla="*/ 2554545 h 2554545"/>
              <a:gd name="csX23" fmla="*/ 7617337 w 8996855"/>
              <a:gd name="csY23" fmla="*/ 2554545 h 2554545"/>
              <a:gd name="csX24" fmla="*/ 6837610 w 8996855"/>
              <a:gd name="csY24" fmla="*/ 2554545 h 2554545"/>
              <a:gd name="csX25" fmla="*/ 6147851 w 8996855"/>
              <a:gd name="csY25" fmla="*/ 2554545 h 2554545"/>
              <a:gd name="csX26" fmla="*/ 5638029 w 8996855"/>
              <a:gd name="csY26" fmla="*/ 2554545 h 2554545"/>
              <a:gd name="csX27" fmla="*/ 5038239 w 8996855"/>
              <a:gd name="csY27" fmla="*/ 2554545 h 2554545"/>
              <a:gd name="csX28" fmla="*/ 4528417 w 8996855"/>
              <a:gd name="csY28" fmla="*/ 2554545 h 2554545"/>
              <a:gd name="csX29" fmla="*/ 3838658 w 8996855"/>
              <a:gd name="csY29" fmla="*/ 2554545 h 2554545"/>
              <a:gd name="csX30" fmla="*/ 3508773 w 8996855"/>
              <a:gd name="csY30" fmla="*/ 2554545 h 2554545"/>
              <a:gd name="csX31" fmla="*/ 2729046 w 8996855"/>
              <a:gd name="csY31" fmla="*/ 2554545 h 2554545"/>
              <a:gd name="csX32" fmla="*/ 2039287 w 8996855"/>
              <a:gd name="csY32" fmla="*/ 2554545 h 2554545"/>
              <a:gd name="csX33" fmla="*/ 1709402 w 8996855"/>
              <a:gd name="csY33" fmla="*/ 2554545 h 2554545"/>
              <a:gd name="csX34" fmla="*/ 1289549 w 8996855"/>
              <a:gd name="csY34" fmla="*/ 2554545 h 2554545"/>
              <a:gd name="csX35" fmla="*/ 779727 w 8996855"/>
              <a:gd name="csY35" fmla="*/ 2554545 h 2554545"/>
              <a:gd name="csX36" fmla="*/ 0 w 8996855"/>
              <a:gd name="csY36" fmla="*/ 2554545 h 2554545"/>
              <a:gd name="csX37" fmla="*/ 0 w 8996855"/>
              <a:gd name="csY37" fmla="*/ 2094727 h 2554545"/>
              <a:gd name="csX38" fmla="*/ 0 w 8996855"/>
              <a:gd name="csY38" fmla="*/ 1634909 h 2554545"/>
              <a:gd name="csX39" fmla="*/ 0 w 8996855"/>
              <a:gd name="csY39" fmla="*/ 1098454 h 2554545"/>
              <a:gd name="csX40" fmla="*/ 0 w 8996855"/>
              <a:gd name="csY40" fmla="*/ 587545 h 2554545"/>
              <a:gd name="csX41" fmla="*/ 0 w 8996855"/>
              <a:gd name="csY41" fmla="*/ 0 h 25545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8996855" h="2554545" fill="none" extrusionOk="0">
                <a:moveTo>
                  <a:pt x="0" y="0"/>
                </a:moveTo>
                <a:cubicBezTo>
                  <a:pt x="214473" y="-19497"/>
                  <a:pt x="376556" y="24775"/>
                  <a:pt x="599790" y="0"/>
                </a:cubicBezTo>
                <a:cubicBezTo>
                  <a:pt x="823024" y="-24775"/>
                  <a:pt x="812579" y="25139"/>
                  <a:pt x="929675" y="0"/>
                </a:cubicBezTo>
                <a:cubicBezTo>
                  <a:pt x="1046772" y="-25139"/>
                  <a:pt x="1383254" y="81487"/>
                  <a:pt x="1619434" y="0"/>
                </a:cubicBezTo>
                <a:cubicBezTo>
                  <a:pt x="1855614" y="-81487"/>
                  <a:pt x="2031947" y="51042"/>
                  <a:pt x="2309193" y="0"/>
                </a:cubicBezTo>
                <a:cubicBezTo>
                  <a:pt x="2586439" y="-51042"/>
                  <a:pt x="2485637" y="361"/>
                  <a:pt x="2639077" y="0"/>
                </a:cubicBezTo>
                <a:cubicBezTo>
                  <a:pt x="2792517" y="-361"/>
                  <a:pt x="3031630" y="66024"/>
                  <a:pt x="3328836" y="0"/>
                </a:cubicBezTo>
                <a:cubicBezTo>
                  <a:pt x="3626042" y="-66024"/>
                  <a:pt x="3550969" y="30138"/>
                  <a:pt x="3658721" y="0"/>
                </a:cubicBezTo>
                <a:cubicBezTo>
                  <a:pt x="3766473" y="-30138"/>
                  <a:pt x="4171940" y="16771"/>
                  <a:pt x="4348480" y="0"/>
                </a:cubicBezTo>
                <a:cubicBezTo>
                  <a:pt x="4525020" y="-16771"/>
                  <a:pt x="4609020" y="36045"/>
                  <a:pt x="4858302" y="0"/>
                </a:cubicBezTo>
                <a:cubicBezTo>
                  <a:pt x="5107584" y="-36045"/>
                  <a:pt x="5199337" y="55978"/>
                  <a:pt x="5368123" y="0"/>
                </a:cubicBezTo>
                <a:cubicBezTo>
                  <a:pt x="5536909" y="-55978"/>
                  <a:pt x="5752379" y="68197"/>
                  <a:pt x="5967914" y="0"/>
                </a:cubicBezTo>
                <a:cubicBezTo>
                  <a:pt x="6183449" y="-68197"/>
                  <a:pt x="6409298" y="40958"/>
                  <a:pt x="6567704" y="0"/>
                </a:cubicBezTo>
                <a:cubicBezTo>
                  <a:pt x="6726110" y="-40958"/>
                  <a:pt x="6990539" y="638"/>
                  <a:pt x="7347432" y="0"/>
                </a:cubicBezTo>
                <a:cubicBezTo>
                  <a:pt x="7704325" y="-638"/>
                  <a:pt x="7739753" y="12958"/>
                  <a:pt x="7857253" y="0"/>
                </a:cubicBezTo>
                <a:cubicBezTo>
                  <a:pt x="7974753" y="-12958"/>
                  <a:pt x="8055170" y="32336"/>
                  <a:pt x="8187138" y="0"/>
                </a:cubicBezTo>
                <a:cubicBezTo>
                  <a:pt x="8319107" y="-32336"/>
                  <a:pt x="8709755" y="86507"/>
                  <a:pt x="8996855" y="0"/>
                </a:cubicBezTo>
                <a:cubicBezTo>
                  <a:pt x="9045181" y="202465"/>
                  <a:pt x="8988187" y="283107"/>
                  <a:pt x="8996855" y="562000"/>
                </a:cubicBezTo>
                <a:cubicBezTo>
                  <a:pt x="9005523" y="840893"/>
                  <a:pt x="8953784" y="936760"/>
                  <a:pt x="8996855" y="1047363"/>
                </a:cubicBezTo>
                <a:cubicBezTo>
                  <a:pt x="9039926" y="1157966"/>
                  <a:pt x="8969543" y="1360015"/>
                  <a:pt x="8996855" y="1507182"/>
                </a:cubicBezTo>
                <a:cubicBezTo>
                  <a:pt x="9024167" y="1654349"/>
                  <a:pt x="8980083" y="1763696"/>
                  <a:pt x="8996855" y="1992545"/>
                </a:cubicBezTo>
                <a:cubicBezTo>
                  <a:pt x="9013627" y="2221394"/>
                  <a:pt x="8948312" y="2433710"/>
                  <a:pt x="8996855" y="2554545"/>
                </a:cubicBezTo>
                <a:cubicBezTo>
                  <a:pt x="8731040" y="2612138"/>
                  <a:pt x="8450852" y="2539591"/>
                  <a:pt x="8217128" y="2554545"/>
                </a:cubicBezTo>
                <a:cubicBezTo>
                  <a:pt x="7983404" y="2569499"/>
                  <a:pt x="7901230" y="2528024"/>
                  <a:pt x="7617337" y="2554545"/>
                </a:cubicBezTo>
                <a:cubicBezTo>
                  <a:pt x="7333444" y="2581066"/>
                  <a:pt x="7038455" y="2486452"/>
                  <a:pt x="6837610" y="2554545"/>
                </a:cubicBezTo>
                <a:cubicBezTo>
                  <a:pt x="6636765" y="2622638"/>
                  <a:pt x="6311252" y="2525749"/>
                  <a:pt x="6147851" y="2554545"/>
                </a:cubicBezTo>
                <a:cubicBezTo>
                  <a:pt x="5984450" y="2583341"/>
                  <a:pt x="5788532" y="2523711"/>
                  <a:pt x="5638029" y="2554545"/>
                </a:cubicBezTo>
                <a:cubicBezTo>
                  <a:pt x="5487526" y="2585379"/>
                  <a:pt x="5313111" y="2553167"/>
                  <a:pt x="5038239" y="2554545"/>
                </a:cubicBezTo>
                <a:cubicBezTo>
                  <a:pt x="4763367" y="2555923"/>
                  <a:pt x="4769227" y="2512026"/>
                  <a:pt x="4528417" y="2554545"/>
                </a:cubicBezTo>
                <a:cubicBezTo>
                  <a:pt x="4287607" y="2597064"/>
                  <a:pt x="4138916" y="2475244"/>
                  <a:pt x="3838658" y="2554545"/>
                </a:cubicBezTo>
                <a:cubicBezTo>
                  <a:pt x="3538400" y="2633846"/>
                  <a:pt x="3600952" y="2548870"/>
                  <a:pt x="3508773" y="2554545"/>
                </a:cubicBezTo>
                <a:cubicBezTo>
                  <a:pt x="3416595" y="2560220"/>
                  <a:pt x="2987323" y="2540906"/>
                  <a:pt x="2729046" y="2554545"/>
                </a:cubicBezTo>
                <a:cubicBezTo>
                  <a:pt x="2470769" y="2568184"/>
                  <a:pt x="2320967" y="2520238"/>
                  <a:pt x="2039287" y="2554545"/>
                </a:cubicBezTo>
                <a:cubicBezTo>
                  <a:pt x="1757607" y="2588852"/>
                  <a:pt x="1785267" y="2521799"/>
                  <a:pt x="1709402" y="2554545"/>
                </a:cubicBezTo>
                <a:cubicBezTo>
                  <a:pt x="1633538" y="2587291"/>
                  <a:pt x="1455220" y="2507173"/>
                  <a:pt x="1289549" y="2554545"/>
                </a:cubicBezTo>
                <a:cubicBezTo>
                  <a:pt x="1123878" y="2601917"/>
                  <a:pt x="886244" y="2507675"/>
                  <a:pt x="779727" y="2554545"/>
                </a:cubicBezTo>
                <a:cubicBezTo>
                  <a:pt x="673210" y="2601415"/>
                  <a:pt x="166890" y="2551471"/>
                  <a:pt x="0" y="2554545"/>
                </a:cubicBezTo>
                <a:cubicBezTo>
                  <a:pt x="-30492" y="2440225"/>
                  <a:pt x="8301" y="2213962"/>
                  <a:pt x="0" y="2094727"/>
                </a:cubicBezTo>
                <a:cubicBezTo>
                  <a:pt x="-8301" y="1975492"/>
                  <a:pt x="25411" y="1822424"/>
                  <a:pt x="0" y="1634909"/>
                </a:cubicBezTo>
                <a:cubicBezTo>
                  <a:pt x="-25411" y="1447394"/>
                  <a:pt x="21944" y="1266585"/>
                  <a:pt x="0" y="1098454"/>
                </a:cubicBezTo>
                <a:cubicBezTo>
                  <a:pt x="-21944" y="930324"/>
                  <a:pt x="27177" y="829119"/>
                  <a:pt x="0" y="587545"/>
                </a:cubicBezTo>
                <a:cubicBezTo>
                  <a:pt x="-27177" y="345971"/>
                  <a:pt x="46594" y="255858"/>
                  <a:pt x="0" y="0"/>
                </a:cubicBezTo>
                <a:close/>
              </a:path>
              <a:path w="8996855" h="2554545" stroke="0" extrusionOk="0">
                <a:moveTo>
                  <a:pt x="0" y="0"/>
                </a:moveTo>
                <a:cubicBezTo>
                  <a:pt x="298905" y="-25719"/>
                  <a:pt x="456466" y="46719"/>
                  <a:pt x="599790" y="0"/>
                </a:cubicBezTo>
                <a:cubicBezTo>
                  <a:pt x="743114" y="-46719"/>
                  <a:pt x="1124818" y="69362"/>
                  <a:pt x="1289549" y="0"/>
                </a:cubicBezTo>
                <a:cubicBezTo>
                  <a:pt x="1454280" y="-69362"/>
                  <a:pt x="1804110" y="35112"/>
                  <a:pt x="2069277" y="0"/>
                </a:cubicBezTo>
                <a:cubicBezTo>
                  <a:pt x="2334444" y="-35112"/>
                  <a:pt x="2313378" y="28771"/>
                  <a:pt x="2399161" y="0"/>
                </a:cubicBezTo>
                <a:cubicBezTo>
                  <a:pt x="2484944" y="-28771"/>
                  <a:pt x="2630553" y="7062"/>
                  <a:pt x="2729046" y="0"/>
                </a:cubicBezTo>
                <a:cubicBezTo>
                  <a:pt x="2827540" y="-7062"/>
                  <a:pt x="3109420" y="19240"/>
                  <a:pt x="3418805" y="0"/>
                </a:cubicBezTo>
                <a:cubicBezTo>
                  <a:pt x="3728190" y="-19240"/>
                  <a:pt x="3660428" y="12935"/>
                  <a:pt x="3748690" y="0"/>
                </a:cubicBezTo>
                <a:cubicBezTo>
                  <a:pt x="3836953" y="-12935"/>
                  <a:pt x="4188703" y="67119"/>
                  <a:pt x="4528417" y="0"/>
                </a:cubicBezTo>
                <a:cubicBezTo>
                  <a:pt x="4868131" y="-67119"/>
                  <a:pt x="4804444" y="17118"/>
                  <a:pt x="4948270" y="0"/>
                </a:cubicBezTo>
                <a:cubicBezTo>
                  <a:pt x="5092096" y="-17118"/>
                  <a:pt x="5384085" y="73534"/>
                  <a:pt x="5727998" y="0"/>
                </a:cubicBezTo>
                <a:cubicBezTo>
                  <a:pt x="6071911" y="-73534"/>
                  <a:pt x="6029755" y="34749"/>
                  <a:pt x="6147851" y="0"/>
                </a:cubicBezTo>
                <a:cubicBezTo>
                  <a:pt x="6265947" y="-34749"/>
                  <a:pt x="6482657" y="49800"/>
                  <a:pt x="6567704" y="0"/>
                </a:cubicBezTo>
                <a:cubicBezTo>
                  <a:pt x="6652751" y="-49800"/>
                  <a:pt x="6792107" y="37781"/>
                  <a:pt x="6987557" y="0"/>
                </a:cubicBezTo>
                <a:cubicBezTo>
                  <a:pt x="7183007" y="-37781"/>
                  <a:pt x="7336795" y="17930"/>
                  <a:pt x="7497379" y="0"/>
                </a:cubicBezTo>
                <a:cubicBezTo>
                  <a:pt x="7657963" y="-17930"/>
                  <a:pt x="7849185" y="57425"/>
                  <a:pt x="8007201" y="0"/>
                </a:cubicBezTo>
                <a:cubicBezTo>
                  <a:pt x="8165217" y="-57425"/>
                  <a:pt x="8734808" y="56210"/>
                  <a:pt x="8996855" y="0"/>
                </a:cubicBezTo>
                <a:cubicBezTo>
                  <a:pt x="9047380" y="189609"/>
                  <a:pt x="8977158" y="328844"/>
                  <a:pt x="8996855" y="562000"/>
                </a:cubicBezTo>
                <a:cubicBezTo>
                  <a:pt x="9016552" y="795156"/>
                  <a:pt x="8950178" y="899724"/>
                  <a:pt x="8996855" y="1072909"/>
                </a:cubicBezTo>
                <a:cubicBezTo>
                  <a:pt x="9043532" y="1246094"/>
                  <a:pt x="8996084" y="1379174"/>
                  <a:pt x="8996855" y="1507182"/>
                </a:cubicBezTo>
                <a:cubicBezTo>
                  <a:pt x="8997626" y="1635190"/>
                  <a:pt x="8993216" y="1790454"/>
                  <a:pt x="8996855" y="1992545"/>
                </a:cubicBezTo>
                <a:cubicBezTo>
                  <a:pt x="9000494" y="2194636"/>
                  <a:pt x="8956879" y="2348067"/>
                  <a:pt x="8996855" y="2554545"/>
                </a:cubicBezTo>
                <a:cubicBezTo>
                  <a:pt x="8796670" y="2591940"/>
                  <a:pt x="8679352" y="2523743"/>
                  <a:pt x="8397065" y="2554545"/>
                </a:cubicBezTo>
                <a:cubicBezTo>
                  <a:pt x="8114778" y="2585347"/>
                  <a:pt x="7939056" y="2536621"/>
                  <a:pt x="7617337" y="2554545"/>
                </a:cubicBezTo>
                <a:cubicBezTo>
                  <a:pt x="7295618" y="2572469"/>
                  <a:pt x="7236200" y="2520921"/>
                  <a:pt x="7107515" y="2554545"/>
                </a:cubicBezTo>
                <a:cubicBezTo>
                  <a:pt x="6978830" y="2588169"/>
                  <a:pt x="6687846" y="2525872"/>
                  <a:pt x="6327788" y="2554545"/>
                </a:cubicBezTo>
                <a:cubicBezTo>
                  <a:pt x="5967730" y="2583218"/>
                  <a:pt x="6004578" y="2529523"/>
                  <a:pt x="5907935" y="2554545"/>
                </a:cubicBezTo>
                <a:cubicBezTo>
                  <a:pt x="5811292" y="2579567"/>
                  <a:pt x="5650958" y="2516596"/>
                  <a:pt x="5578050" y="2554545"/>
                </a:cubicBezTo>
                <a:cubicBezTo>
                  <a:pt x="5505143" y="2592494"/>
                  <a:pt x="5123928" y="2478570"/>
                  <a:pt x="4798323" y="2554545"/>
                </a:cubicBezTo>
                <a:cubicBezTo>
                  <a:pt x="4472718" y="2630520"/>
                  <a:pt x="4391144" y="2495101"/>
                  <a:pt x="4018595" y="2554545"/>
                </a:cubicBezTo>
                <a:cubicBezTo>
                  <a:pt x="3646046" y="2613989"/>
                  <a:pt x="3725902" y="2552706"/>
                  <a:pt x="3598742" y="2554545"/>
                </a:cubicBezTo>
                <a:cubicBezTo>
                  <a:pt x="3471582" y="2556384"/>
                  <a:pt x="3292285" y="2514499"/>
                  <a:pt x="3178889" y="2554545"/>
                </a:cubicBezTo>
                <a:cubicBezTo>
                  <a:pt x="3065493" y="2594591"/>
                  <a:pt x="2854883" y="2528330"/>
                  <a:pt x="2579098" y="2554545"/>
                </a:cubicBezTo>
                <a:cubicBezTo>
                  <a:pt x="2303313" y="2580760"/>
                  <a:pt x="2091728" y="2521017"/>
                  <a:pt x="1889340" y="2554545"/>
                </a:cubicBezTo>
                <a:cubicBezTo>
                  <a:pt x="1686952" y="2588073"/>
                  <a:pt x="1475910" y="2527276"/>
                  <a:pt x="1289549" y="2554545"/>
                </a:cubicBezTo>
                <a:cubicBezTo>
                  <a:pt x="1103188" y="2581814"/>
                  <a:pt x="1039806" y="2508361"/>
                  <a:pt x="869696" y="2554545"/>
                </a:cubicBezTo>
                <a:cubicBezTo>
                  <a:pt x="699586" y="2600729"/>
                  <a:pt x="180115" y="2494722"/>
                  <a:pt x="0" y="2554545"/>
                </a:cubicBezTo>
                <a:cubicBezTo>
                  <a:pt x="-36595" y="2391739"/>
                  <a:pt x="33616" y="2211844"/>
                  <a:pt x="0" y="2018091"/>
                </a:cubicBezTo>
                <a:cubicBezTo>
                  <a:pt x="-33616" y="1824338"/>
                  <a:pt x="9876" y="1737913"/>
                  <a:pt x="0" y="1558272"/>
                </a:cubicBezTo>
                <a:cubicBezTo>
                  <a:pt x="-9876" y="1378631"/>
                  <a:pt x="16751" y="1151684"/>
                  <a:pt x="0" y="1047363"/>
                </a:cubicBezTo>
                <a:cubicBezTo>
                  <a:pt x="-16751" y="943042"/>
                  <a:pt x="4502" y="740268"/>
                  <a:pt x="0" y="562000"/>
                </a:cubicBezTo>
                <a:cubicBezTo>
                  <a:pt x="-4502" y="383732"/>
                  <a:pt x="35191" y="130424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05011902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0" dirty="0">
                <a:latin typeface="Modern Love" panose="04090805081005020601" pitchFamily="82" charset="0"/>
              </a:rPr>
              <a:t>Percentages of Amounts</a:t>
            </a:r>
          </a:p>
        </p:txBody>
      </p:sp>
    </p:spTree>
    <p:extLst>
      <p:ext uri="{BB962C8B-B14F-4D97-AF65-F5344CB8AC3E}">
        <p14:creationId xmlns:p14="http://schemas.microsoft.com/office/powerpoint/2010/main" val="2570319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1B26B8-D404-4FF0-B0EE-862E01D10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070" y="0"/>
            <a:ext cx="5237374" cy="881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0DDE02-1759-493A-B666-345262003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1090"/>
            <a:ext cx="2526049" cy="62157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9C53D1-10A6-4AEB-9B89-55FC40220BDB}"/>
              </a:ext>
            </a:extLst>
          </p:cNvPr>
          <p:cNvCxnSpPr>
            <a:cxnSpLocks/>
          </p:cNvCxnSpPr>
          <p:nvPr/>
        </p:nvCxnSpPr>
        <p:spPr>
          <a:xfrm>
            <a:off x="3896811" y="1312669"/>
            <a:ext cx="0" cy="5223346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4B0D10E-39F2-4F9F-A51E-E8F5CF1A7890}"/>
              </a:ext>
            </a:extLst>
          </p:cNvPr>
          <p:cNvSpPr txBox="1"/>
          <p:nvPr/>
        </p:nvSpPr>
        <p:spPr>
          <a:xfrm>
            <a:off x="5587756" y="244200"/>
            <a:ext cx="38196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Find 10% by dividing by 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A1E6B6-1470-4AF7-AE71-AD011151F162}"/>
              </a:ext>
            </a:extLst>
          </p:cNvPr>
          <p:cNvSpPr txBox="1"/>
          <p:nvPr/>
        </p:nvSpPr>
        <p:spPr>
          <a:xfrm>
            <a:off x="260002" y="1384630"/>
            <a:ext cx="3210904" cy="430887"/>
          </a:xfrm>
          <a:custGeom>
            <a:avLst/>
            <a:gdLst>
              <a:gd name="csX0" fmla="*/ 0 w 3210904"/>
              <a:gd name="csY0" fmla="*/ 0 h 430887"/>
              <a:gd name="csX1" fmla="*/ 438824 w 3210904"/>
              <a:gd name="csY1" fmla="*/ 0 h 430887"/>
              <a:gd name="csX2" fmla="*/ 1006083 w 3210904"/>
              <a:gd name="csY2" fmla="*/ 0 h 430887"/>
              <a:gd name="csX3" fmla="*/ 1573343 w 3210904"/>
              <a:gd name="csY3" fmla="*/ 0 h 430887"/>
              <a:gd name="csX4" fmla="*/ 2076385 w 3210904"/>
              <a:gd name="csY4" fmla="*/ 0 h 430887"/>
              <a:gd name="csX5" fmla="*/ 2515208 w 3210904"/>
              <a:gd name="csY5" fmla="*/ 0 h 430887"/>
              <a:gd name="csX6" fmla="*/ 3210904 w 3210904"/>
              <a:gd name="csY6" fmla="*/ 0 h 430887"/>
              <a:gd name="csX7" fmla="*/ 3210904 w 3210904"/>
              <a:gd name="csY7" fmla="*/ 430887 h 430887"/>
              <a:gd name="csX8" fmla="*/ 2707862 w 3210904"/>
              <a:gd name="csY8" fmla="*/ 430887 h 430887"/>
              <a:gd name="csX9" fmla="*/ 2269039 w 3210904"/>
              <a:gd name="csY9" fmla="*/ 430887 h 430887"/>
              <a:gd name="csX10" fmla="*/ 1669670 w 3210904"/>
              <a:gd name="csY10" fmla="*/ 430887 h 430887"/>
              <a:gd name="csX11" fmla="*/ 1198737 w 3210904"/>
              <a:gd name="csY11" fmla="*/ 430887 h 430887"/>
              <a:gd name="csX12" fmla="*/ 599369 w 3210904"/>
              <a:gd name="csY12" fmla="*/ 430887 h 430887"/>
              <a:gd name="csX13" fmla="*/ 0 w 3210904"/>
              <a:gd name="csY13" fmla="*/ 430887 h 430887"/>
              <a:gd name="csX14" fmla="*/ 0 w 3210904"/>
              <a:gd name="csY14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210904" h="430887" fill="none" extrusionOk="0">
                <a:moveTo>
                  <a:pt x="0" y="0"/>
                </a:moveTo>
                <a:cubicBezTo>
                  <a:pt x="116631" y="-25503"/>
                  <a:pt x="310530" y="16686"/>
                  <a:pt x="438824" y="0"/>
                </a:cubicBezTo>
                <a:cubicBezTo>
                  <a:pt x="567118" y="-16686"/>
                  <a:pt x="829110" y="45238"/>
                  <a:pt x="1006083" y="0"/>
                </a:cubicBezTo>
                <a:cubicBezTo>
                  <a:pt x="1183056" y="-45238"/>
                  <a:pt x="1400670" y="728"/>
                  <a:pt x="1573343" y="0"/>
                </a:cubicBezTo>
                <a:cubicBezTo>
                  <a:pt x="1746016" y="-728"/>
                  <a:pt x="1940824" y="55142"/>
                  <a:pt x="2076385" y="0"/>
                </a:cubicBezTo>
                <a:cubicBezTo>
                  <a:pt x="2211946" y="-55142"/>
                  <a:pt x="2400919" y="25229"/>
                  <a:pt x="2515208" y="0"/>
                </a:cubicBezTo>
                <a:cubicBezTo>
                  <a:pt x="2629497" y="-25229"/>
                  <a:pt x="2958282" y="45498"/>
                  <a:pt x="3210904" y="0"/>
                </a:cubicBezTo>
                <a:cubicBezTo>
                  <a:pt x="3240349" y="114849"/>
                  <a:pt x="3161548" y="332870"/>
                  <a:pt x="3210904" y="430887"/>
                </a:cubicBezTo>
                <a:cubicBezTo>
                  <a:pt x="3034798" y="454580"/>
                  <a:pt x="2841528" y="408854"/>
                  <a:pt x="2707862" y="430887"/>
                </a:cubicBezTo>
                <a:cubicBezTo>
                  <a:pt x="2574196" y="452920"/>
                  <a:pt x="2469355" y="419283"/>
                  <a:pt x="2269039" y="430887"/>
                </a:cubicBezTo>
                <a:cubicBezTo>
                  <a:pt x="2068723" y="442491"/>
                  <a:pt x="1865906" y="424030"/>
                  <a:pt x="1669670" y="430887"/>
                </a:cubicBezTo>
                <a:cubicBezTo>
                  <a:pt x="1473434" y="437744"/>
                  <a:pt x="1413385" y="380820"/>
                  <a:pt x="1198737" y="430887"/>
                </a:cubicBezTo>
                <a:cubicBezTo>
                  <a:pt x="984089" y="480954"/>
                  <a:pt x="823344" y="398416"/>
                  <a:pt x="599369" y="430887"/>
                </a:cubicBezTo>
                <a:cubicBezTo>
                  <a:pt x="375394" y="463358"/>
                  <a:pt x="207096" y="425302"/>
                  <a:pt x="0" y="430887"/>
                </a:cubicBezTo>
                <a:cubicBezTo>
                  <a:pt x="-1650" y="222277"/>
                  <a:pt x="4906" y="202813"/>
                  <a:pt x="0" y="0"/>
                </a:cubicBezTo>
                <a:close/>
              </a:path>
              <a:path w="3210904" h="430887" stroke="0" extrusionOk="0">
                <a:moveTo>
                  <a:pt x="0" y="0"/>
                </a:moveTo>
                <a:cubicBezTo>
                  <a:pt x="158716" y="-46836"/>
                  <a:pt x="340994" y="23262"/>
                  <a:pt x="470933" y="0"/>
                </a:cubicBezTo>
                <a:cubicBezTo>
                  <a:pt x="600872" y="-23262"/>
                  <a:pt x="846913" y="4553"/>
                  <a:pt x="973974" y="0"/>
                </a:cubicBezTo>
                <a:cubicBezTo>
                  <a:pt x="1101035" y="-4553"/>
                  <a:pt x="1296355" y="6025"/>
                  <a:pt x="1412798" y="0"/>
                </a:cubicBezTo>
                <a:cubicBezTo>
                  <a:pt x="1529241" y="-6025"/>
                  <a:pt x="1753545" y="39136"/>
                  <a:pt x="1980057" y="0"/>
                </a:cubicBezTo>
                <a:cubicBezTo>
                  <a:pt x="2206569" y="-39136"/>
                  <a:pt x="2315888" y="41130"/>
                  <a:pt x="2483099" y="0"/>
                </a:cubicBezTo>
                <a:cubicBezTo>
                  <a:pt x="2650310" y="-41130"/>
                  <a:pt x="2983507" y="71729"/>
                  <a:pt x="3210904" y="0"/>
                </a:cubicBezTo>
                <a:cubicBezTo>
                  <a:pt x="3239769" y="88964"/>
                  <a:pt x="3169190" y="302828"/>
                  <a:pt x="3210904" y="430887"/>
                </a:cubicBezTo>
                <a:cubicBezTo>
                  <a:pt x="3062477" y="470112"/>
                  <a:pt x="2890108" y="386858"/>
                  <a:pt x="2772080" y="430887"/>
                </a:cubicBezTo>
                <a:cubicBezTo>
                  <a:pt x="2654052" y="474916"/>
                  <a:pt x="2440344" y="389301"/>
                  <a:pt x="2236930" y="430887"/>
                </a:cubicBezTo>
                <a:cubicBezTo>
                  <a:pt x="2033516" y="472473"/>
                  <a:pt x="1940895" y="381071"/>
                  <a:pt x="1701779" y="430887"/>
                </a:cubicBezTo>
                <a:cubicBezTo>
                  <a:pt x="1462663" y="480703"/>
                  <a:pt x="1407596" y="385943"/>
                  <a:pt x="1230847" y="430887"/>
                </a:cubicBezTo>
                <a:cubicBezTo>
                  <a:pt x="1054098" y="475831"/>
                  <a:pt x="1010201" y="399883"/>
                  <a:pt x="792023" y="430887"/>
                </a:cubicBezTo>
                <a:cubicBezTo>
                  <a:pt x="573845" y="461891"/>
                  <a:pt x="336774" y="405465"/>
                  <a:pt x="0" y="430887"/>
                </a:cubicBezTo>
                <a:cubicBezTo>
                  <a:pt x="-24700" y="261517"/>
                  <a:pt x="32225" y="176787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2465898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e.g. Find 30% of 240g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4E5A45-2608-4DDD-9385-BC091FD2B785}"/>
              </a:ext>
            </a:extLst>
          </p:cNvPr>
          <p:cNvSpPr txBox="1"/>
          <p:nvPr/>
        </p:nvSpPr>
        <p:spPr>
          <a:xfrm>
            <a:off x="985561" y="2485367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10% = 24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54A7E3-3212-4E08-8278-CA5FF524A64A}"/>
              </a:ext>
            </a:extLst>
          </p:cNvPr>
          <p:cNvCxnSpPr>
            <a:stCxn id="15" idx="2"/>
          </p:cNvCxnSpPr>
          <p:nvPr/>
        </p:nvCxnSpPr>
        <p:spPr>
          <a:xfrm>
            <a:off x="1776562" y="2916254"/>
            <a:ext cx="0" cy="728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39BD8C6-DAE6-473D-8368-08C7333F6FA9}"/>
              </a:ext>
            </a:extLst>
          </p:cNvPr>
          <p:cNvSpPr/>
          <p:nvPr/>
        </p:nvSpPr>
        <p:spPr>
          <a:xfrm>
            <a:off x="967735" y="3039597"/>
            <a:ext cx="734153" cy="43088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x3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2E6931-FB13-4F3F-ABA1-F31A9400BC0C}"/>
              </a:ext>
            </a:extLst>
          </p:cNvPr>
          <p:cNvSpPr txBox="1"/>
          <p:nvPr/>
        </p:nvSpPr>
        <p:spPr>
          <a:xfrm>
            <a:off x="1128981" y="3756326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30% = 72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4C3057-A88A-45DB-AEFE-8D772784B843}"/>
              </a:ext>
            </a:extLst>
          </p:cNvPr>
          <p:cNvSpPr txBox="1"/>
          <p:nvPr/>
        </p:nvSpPr>
        <p:spPr>
          <a:xfrm>
            <a:off x="4545416" y="1378874"/>
            <a:ext cx="3055716" cy="430887"/>
          </a:xfrm>
          <a:custGeom>
            <a:avLst/>
            <a:gdLst>
              <a:gd name="csX0" fmla="*/ 0 w 3055716"/>
              <a:gd name="csY0" fmla="*/ 0 h 430887"/>
              <a:gd name="csX1" fmla="*/ 570400 w 3055716"/>
              <a:gd name="csY1" fmla="*/ 0 h 430887"/>
              <a:gd name="csX2" fmla="*/ 1110243 w 3055716"/>
              <a:gd name="csY2" fmla="*/ 0 h 430887"/>
              <a:gd name="csX3" fmla="*/ 1588972 w 3055716"/>
              <a:gd name="csY3" fmla="*/ 0 h 430887"/>
              <a:gd name="csX4" fmla="*/ 2128815 w 3055716"/>
              <a:gd name="csY4" fmla="*/ 0 h 430887"/>
              <a:gd name="csX5" fmla="*/ 3055716 w 3055716"/>
              <a:gd name="csY5" fmla="*/ 0 h 430887"/>
              <a:gd name="csX6" fmla="*/ 3055716 w 3055716"/>
              <a:gd name="csY6" fmla="*/ 430887 h 430887"/>
              <a:gd name="csX7" fmla="*/ 2546430 w 3055716"/>
              <a:gd name="csY7" fmla="*/ 430887 h 430887"/>
              <a:gd name="csX8" fmla="*/ 2037144 w 3055716"/>
              <a:gd name="csY8" fmla="*/ 430887 h 430887"/>
              <a:gd name="csX9" fmla="*/ 1588972 w 3055716"/>
              <a:gd name="csY9" fmla="*/ 430887 h 430887"/>
              <a:gd name="csX10" fmla="*/ 1110243 w 3055716"/>
              <a:gd name="csY10" fmla="*/ 430887 h 430887"/>
              <a:gd name="csX11" fmla="*/ 539843 w 3055716"/>
              <a:gd name="csY11" fmla="*/ 430887 h 430887"/>
              <a:gd name="csX12" fmla="*/ 0 w 3055716"/>
              <a:gd name="csY12" fmla="*/ 430887 h 430887"/>
              <a:gd name="csX13" fmla="*/ 0 w 3055716"/>
              <a:gd name="csY13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055716" h="430887" fill="none" extrusionOk="0">
                <a:moveTo>
                  <a:pt x="0" y="0"/>
                </a:moveTo>
                <a:cubicBezTo>
                  <a:pt x="166851" y="-15378"/>
                  <a:pt x="285402" y="67740"/>
                  <a:pt x="570400" y="0"/>
                </a:cubicBezTo>
                <a:cubicBezTo>
                  <a:pt x="855398" y="-67740"/>
                  <a:pt x="995342" y="42855"/>
                  <a:pt x="1110243" y="0"/>
                </a:cubicBezTo>
                <a:cubicBezTo>
                  <a:pt x="1225144" y="-42855"/>
                  <a:pt x="1362923" y="50062"/>
                  <a:pt x="1588972" y="0"/>
                </a:cubicBezTo>
                <a:cubicBezTo>
                  <a:pt x="1815021" y="-50062"/>
                  <a:pt x="2006318" y="8937"/>
                  <a:pt x="2128815" y="0"/>
                </a:cubicBezTo>
                <a:cubicBezTo>
                  <a:pt x="2251312" y="-8937"/>
                  <a:pt x="2715459" y="71978"/>
                  <a:pt x="3055716" y="0"/>
                </a:cubicBezTo>
                <a:cubicBezTo>
                  <a:pt x="3056412" y="182694"/>
                  <a:pt x="3044555" y="296086"/>
                  <a:pt x="3055716" y="430887"/>
                </a:cubicBezTo>
                <a:cubicBezTo>
                  <a:pt x="2810508" y="462041"/>
                  <a:pt x="2741689" y="383654"/>
                  <a:pt x="2546430" y="430887"/>
                </a:cubicBezTo>
                <a:cubicBezTo>
                  <a:pt x="2351171" y="478120"/>
                  <a:pt x="2166977" y="391355"/>
                  <a:pt x="2037144" y="430887"/>
                </a:cubicBezTo>
                <a:cubicBezTo>
                  <a:pt x="1907311" y="470419"/>
                  <a:pt x="1795581" y="422048"/>
                  <a:pt x="1588972" y="430887"/>
                </a:cubicBezTo>
                <a:cubicBezTo>
                  <a:pt x="1382363" y="439726"/>
                  <a:pt x="1346350" y="397239"/>
                  <a:pt x="1110243" y="430887"/>
                </a:cubicBezTo>
                <a:cubicBezTo>
                  <a:pt x="874136" y="464535"/>
                  <a:pt x="735603" y="407680"/>
                  <a:pt x="539843" y="430887"/>
                </a:cubicBezTo>
                <a:cubicBezTo>
                  <a:pt x="344083" y="454094"/>
                  <a:pt x="190097" y="414876"/>
                  <a:pt x="0" y="430887"/>
                </a:cubicBezTo>
                <a:cubicBezTo>
                  <a:pt x="-18160" y="223554"/>
                  <a:pt x="46269" y="170567"/>
                  <a:pt x="0" y="0"/>
                </a:cubicBezTo>
                <a:close/>
              </a:path>
              <a:path w="3055716" h="430887" stroke="0" extrusionOk="0">
                <a:moveTo>
                  <a:pt x="0" y="0"/>
                </a:moveTo>
                <a:cubicBezTo>
                  <a:pt x="125205" y="-41504"/>
                  <a:pt x="406071" y="64627"/>
                  <a:pt x="539843" y="0"/>
                </a:cubicBezTo>
                <a:cubicBezTo>
                  <a:pt x="673615" y="-64627"/>
                  <a:pt x="769521" y="38788"/>
                  <a:pt x="957458" y="0"/>
                </a:cubicBezTo>
                <a:cubicBezTo>
                  <a:pt x="1145396" y="-38788"/>
                  <a:pt x="1325435" y="45772"/>
                  <a:pt x="1527858" y="0"/>
                </a:cubicBezTo>
                <a:cubicBezTo>
                  <a:pt x="1730281" y="-45772"/>
                  <a:pt x="1823219" y="13585"/>
                  <a:pt x="2067701" y="0"/>
                </a:cubicBezTo>
                <a:cubicBezTo>
                  <a:pt x="2312183" y="-13585"/>
                  <a:pt x="2320657" y="11191"/>
                  <a:pt x="2515873" y="0"/>
                </a:cubicBezTo>
                <a:cubicBezTo>
                  <a:pt x="2711089" y="-11191"/>
                  <a:pt x="2821049" y="38438"/>
                  <a:pt x="3055716" y="0"/>
                </a:cubicBezTo>
                <a:cubicBezTo>
                  <a:pt x="3073355" y="144975"/>
                  <a:pt x="3037353" y="297011"/>
                  <a:pt x="3055716" y="430887"/>
                </a:cubicBezTo>
                <a:cubicBezTo>
                  <a:pt x="2889803" y="473088"/>
                  <a:pt x="2791489" y="420456"/>
                  <a:pt x="2607544" y="430887"/>
                </a:cubicBezTo>
                <a:cubicBezTo>
                  <a:pt x="2423599" y="441318"/>
                  <a:pt x="2296150" y="422480"/>
                  <a:pt x="2189930" y="430887"/>
                </a:cubicBezTo>
                <a:cubicBezTo>
                  <a:pt x="2083710" y="439294"/>
                  <a:pt x="1953513" y="425679"/>
                  <a:pt x="1772315" y="430887"/>
                </a:cubicBezTo>
                <a:cubicBezTo>
                  <a:pt x="1591118" y="436095"/>
                  <a:pt x="1473995" y="378049"/>
                  <a:pt x="1201915" y="430887"/>
                </a:cubicBezTo>
                <a:cubicBezTo>
                  <a:pt x="929835" y="483725"/>
                  <a:pt x="820319" y="394359"/>
                  <a:pt x="662072" y="430887"/>
                </a:cubicBezTo>
                <a:cubicBezTo>
                  <a:pt x="503825" y="467415"/>
                  <a:pt x="141327" y="418963"/>
                  <a:pt x="0" y="430887"/>
                </a:cubicBezTo>
                <a:cubicBezTo>
                  <a:pt x="-41780" y="314693"/>
                  <a:pt x="10972" y="122689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2147336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e.g. Find 45% of 60g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F64AC8-DBCD-4958-B42E-F03823C7D381}"/>
              </a:ext>
            </a:extLst>
          </p:cNvPr>
          <p:cNvSpPr txBox="1"/>
          <p:nvPr/>
        </p:nvSpPr>
        <p:spPr>
          <a:xfrm>
            <a:off x="5785330" y="2163334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10% = 6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5A32E63-1083-4FD7-A1E6-987B1F624DB1}"/>
              </a:ext>
            </a:extLst>
          </p:cNvPr>
          <p:cNvCxnSpPr>
            <a:cxnSpLocks/>
          </p:cNvCxnSpPr>
          <p:nvPr/>
        </p:nvCxnSpPr>
        <p:spPr>
          <a:xfrm flipH="1">
            <a:off x="5497975" y="2594221"/>
            <a:ext cx="765840" cy="470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7B1290E0-73E3-4E2C-A773-5A17980210EC}"/>
              </a:ext>
            </a:extLst>
          </p:cNvPr>
          <p:cNvSpPr/>
          <p:nvPr/>
        </p:nvSpPr>
        <p:spPr>
          <a:xfrm>
            <a:off x="5165585" y="2444026"/>
            <a:ext cx="734153" cy="43088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x4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02249B-196A-4FAA-BAF8-68310BB27007}"/>
              </a:ext>
            </a:extLst>
          </p:cNvPr>
          <p:cNvSpPr txBox="1"/>
          <p:nvPr/>
        </p:nvSpPr>
        <p:spPr>
          <a:xfrm>
            <a:off x="4666382" y="3025108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40% = 24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8E628AC-297E-4056-85A8-AAE18FD5EB66}"/>
              </a:ext>
            </a:extLst>
          </p:cNvPr>
          <p:cNvCxnSpPr>
            <a:cxnSpLocks/>
          </p:cNvCxnSpPr>
          <p:nvPr/>
        </p:nvCxnSpPr>
        <p:spPr>
          <a:xfrm>
            <a:off x="6390721" y="2583236"/>
            <a:ext cx="492839" cy="38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DA326E1-8C41-4640-BC33-8DBF6D0094C2}"/>
                  </a:ext>
                </a:extLst>
              </p:cNvPr>
              <p:cNvSpPr/>
              <p:nvPr/>
            </p:nvSpPr>
            <p:spPr>
              <a:xfrm>
                <a:off x="6795605" y="2485522"/>
                <a:ext cx="734153" cy="43088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DA326E1-8C41-4640-BC33-8DBF6D009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605" y="2485522"/>
                <a:ext cx="734153" cy="430887"/>
              </a:xfrm>
              <a:prstGeom prst="ellipse">
                <a:avLst/>
              </a:prstGeom>
              <a:blipFill>
                <a:blip r:embed="rId4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A00B9997-881E-49BC-A328-DA2913D1F5C1}"/>
              </a:ext>
            </a:extLst>
          </p:cNvPr>
          <p:cNvSpPr txBox="1"/>
          <p:nvPr/>
        </p:nvSpPr>
        <p:spPr>
          <a:xfrm>
            <a:off x="6637140" y="2972706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5% = 3</a:t>
            </a: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09C239A9-645E-4D8D-BD6A-9CC66E1389FD}"/>
              </a:ext>
            </a:extLst>
          </p:cNvPr>
          <p:cNvSpPr/>
          <p:nvPr/>
        </p:nvSpPr>
        <p:spPr>
          <a:xfrm rot="16200000">
            <a:off x="5921687" y="2876937"/>
            <a:ext cx="729189" cy="17825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D93EA5-5A77-4DA4-BFA0-7C3B05C1CEF9}"/>
              </a:ext>
            </a:extLst>
          </p:cNvPr>
          <p:cNvSpPr txBox="1"/>
          <p:nvPr/>
        </p:nvSpPr>
        <p:spPr>
          <a:xfrm>
            <a:off x="6041200" y="3188149"/>
            <a:ext cx="535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426072-F874-4D17-AF6E-CCABC210839A}"/>
              </a:ext>
            </a:extLst>
          </p:cNvPr>
          <p:cNvSpPr txBox="1"/>
          <p:nvPr/>
        </p:nvSpPr>
        <p:spPr>
          <a:xfrm>
            <a:off x="5280005" y="4234644"/>
            <a:ext cx="21741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45% = 24 + 3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33EF4C-3ABF-4196-880D-571A59205B04}"/>
              </a:ext>
            </a:extLst>
          </p:cNvPr>
          <p:cNvSpPr txBox="1"/>
          <p:nvPr/>
        </p:nvSpPr>
        <p:spPr>
          <a:xfrm>
            <a:off x="5280005" y="4695987"/>
            <a:ext cx="21741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45% = 27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0845100-C702-4A90-8E91-373B5889EE4C}"/>
              </a:ext>
            </a:extLst>
          </p:cNvPr>
          <p:cNvCxnSpPr>
            <a:cxnSpLocks/>
          </p:cNvCxnSpPr>
          <p:nvPr/>
        </p:nvCxnSpPr>
        <p:spPr>
          <a:xfrm>
            <a:off x="8219141" y="1232170"/>
            <a:ext cx="0" cy="5223346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DE45D32-646A-47B3-A101-2D648DD8864F}"/>
              </a:ext>
            </a:extLst>
          </p:cNvPr>
          <p:cNvSpPr txBox="1"/>
          <p:nvPr/>
        </p:nvSpPr>
        <p:spPr>
          <a:xfrm>
            <a:off x="8684509" y="1378874"/>
            <a:ext cx="2952772" cy="430887"/>
          </a:xfrm>
          <a:custGeom>
            <a:avLst/>
            <a:gdLst>
              <a:gd name="csX0" fmla="*/ 0 w 2952772"/>
              <a:gd name="csY0" fmla="*/ 0 h 430887"/>
              <a:gd name="csX1" fmla="*/ 649610 w 2952772"/>
              <a:gd name="csY1" fmla="*/ 0 h 430887"/>
              <a:gd name="csX2" fmla="*/ 1151581 w 2952772"/>
              <a:gd name="csY2" fmla="*/ 0 h 430887"/>
              <a:gd name="csX3" fmla="*/ 1712608 w 2952772"/>
              <a:gd name="csY3" fmla="*/ 0 h 430887"/>
              <a:gd name="csX4" fmla="*/ 2332690 w 2952772"/>
              <a:gd name="csY4" fmla="*/ 0 h 430887"/>
              <a:gd name="csX5" fmla="*/ 2952772 w 2952772"/>
              <a:gd name="csY5" fmla="*/ 0 h 430887"/>
              <a:gd name="csX6" fmla="*/ 2952772 w 2952772"/>
              <a:gd name="csY6" fmla="*/ 430887 h 430887"/>
              <a:gd name="csX7" fmla="*/ 2303162 w 2952772"/>
              <a:gd name="csY7" fmla="*/ 430887 h 430887"/>
              <a:gd name="csX8" fmla="*/ 1771663 w 2952772"/>
              <a:gd name="csY8" fmla="*/ 430887 h 430887"/>
              <a:gd name="csX9" fmla="*/ 1181109 w 2952772"/>
              <a:gd name="csY9" fmla="*/ 430887 h 430887"/>
              <a:gd name="csX10" fmla="*/ 620082 w 2952772"/>
              <a:gd name="csY10" fmla="*/ 430887 h 430887"/>
              <a:gd name="csX11" fmla="*/ 0 w 2952772"/>
              <a:gd name="csY11" fmla="*/ 430887 h 430887"/>
              <a:gd name="csX12" fmla="*/ 0 w 2952772"/>
              <a:gd name="csY12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952772" h="430887" fill="none" extrusionOk="0">
                <a:moveTo>
                  <a:pt x="0" y="0"/>
                </a:moveTo>
                <a:cubicBezTo>
                  <a:pt x="258687" y="-76225"/>
                  <a:pt x="335840" y="14093"/>
                  <a:pt x="649610" y="0"/>
                </a:cubicBezTo>
                <a:cubicBezTo>
                  <a:pt x="963380" y="-14093"/>
                  <a:pt x="993763" y="50875"/>
                  <a:pt x="1151581" y="0"/>
                </a:cubicBezTo>
                <a:cubicBezTo>
                  <a:pt x="1309399" y="-50875"/>
                  <a:pt x="1459916" y="42294"/>
                  <a:pt x="1712608" y="0"/>
                </a:cubicBezTo>
                <a:cubicBezTo>
                  <a:pt x="1965300" y="-42294"/>
                  <a:pt x="2040867" y="45806"/>
                  <a:pt x="2332690" y="0"/>
                </a:cubicBezTo>
                <a:cubicBezTo>
                  <a:pt x="2624513" y="-45806"/>
                  <a:pt x="2811448" y="41428"/>
                  <a:pt x="2952772" y="0"/>
                </a:cubicBezTo>
                <a:cubicBezTo>
                  <a:pt x="2999635" y="178224"/>
                  <a:pt x="2902655" y="328304"/>
                  <a:pt x="2952772" y="430887"/>
                </a:cubicBezTo>
                <a:cubicBezTo>
                  <a:pt x="2674411" y="448456"/>
                  <a:pt x="2573387" y="365841"/>
                  <a:pt x="2303162" y="430887"/>
                </a:cubicBezTo>
                <a:cubicBezTo>
                  <a:pt x="2032937" y="495933"/>
                  <a:pt x="2003603" y="409732"/>
                  <a:pt x="1771663" y="430887"/>
                </a:cubicBezTo>
                <a:cubicBezTo>
                  <a:pt x="1539723" y="452042"/>
                  <a:pt x="1424082" y="379245"/>
                  <a:pt x="1181109" y="430887"/>
                </a:cubicBezTo>
                <a:cubicBezTo>
                  <a:pt x="938136" y="482529"/>
                  <a:pt x="774270" y="380290"/>
                  <a:pt x="620082" y="430887"/>
                </a:cubicBezTo>
                <a:cubicBezTo>
                  <a:pt x="465894" y="481484"/>
                  <a:pt x="269971" y="407282"/>
                  <a:pt x="0" y="430887"/>
                </a:cubicBezTo>
                <a:cubicBezTo>
                  <a:pt x="-8521" y="319281"/>
                  <a:pt x="39068" y="152669"/>
                  <a:pt x="0" y="0"/>
                </a:cubicBezTo>
                <a:close/>
              </a:path>
              <a:path w="2952772" h="430887" stroke="0" extrusionOk="0">
                <a:moveTo>
                  <a:pt x="0" y="0"/>
                </a:moveTo>
                <a:cubicBezTo>
                  <a:pt x="207329" y="-52111"/>
                  <a:pt x="365495" y="46410"/>
                  <a:pt x="501971" y="0"/>
                </a:cubicBezTo>
                <a:cubicBezTo>
                  <a:pt x="638447" y="-46410"/>
                  <a:pt x="785408" y="21654"/>
                  <a:pt x="1033470" y="0"/>
                </a:cubicBezTo>
                <a:cubicBezTo>
                  <a:pt x="1281532" y="-21654"/>
                  <a:pt x="1394336" y="60523"/>
                  <a:pt x="1683080" y="0"/>
                </a:cubicBezTo>
                <a:cubicBezTo>
                  <a:pt x="1971824" y="-60523"/>
                  <a:pt x="2069116" y="7946"/>
                  <a:pt x="2332690" y="0"/>
                </a:cubicBezTo>
                <a:cubicBezTo>
                  <a:pt x="2596264" y="-7946"/>
                  <a:pt x="2654568" y="21793"/>
                  <a:pt x="2952772" y="0"/>
                </a:cubicBezTo>
                <a:cubicBezTo>
                  <a:pt x="2973526" y="155716"/>
                  <a:pt x="2924864" y="261774"/>
                  <a:pt x="2952772" y="430887"/>
                </a:cubicBezTo>
                <a:cubicBezTo>
                  <a:pt x="2731485" y="475633"/>
                  <a:pt x="2537869" y="358107"/>
                  <a:pt x="2332690" y="430887"/>
                </a:cubicBezTo>
                <a:cubicBezTo>
                  <a:pt x="2127511" y="503667"/>
                  <a:pt x="1942473" y="369461"/>
                  <a:pt x="1801191" y="430887"/>
                </a:cubicBezTo>
                <a:cubicBezTo>
                  <a:pt x="1659909" y="492313"/>
                  <a:pt x="1354386" y="372817"/>
                  <a:pt x="1181109" y="430887"/>
                </a:cubicBezTo>
                <a:cubicBezTo>
                  <a:pt x="1007832" y="488957"/>
                  <a:pt x="763149" y="406841"/>
                  <a:pt x="620082" y="430887"/>
                </a:cubicBezTo>
                <a:cubicBezTo>
                  <a:pt x="477015" y="454933"/>
                  <a:pt x="230638" y="386102"/>
                  <a:pt x="0" y="430887"/>
                </a:cubicBezTo>
                <a:cubicBezTo>
                  <a:pt x="-20302" y="298311"/>
                  <a:pt x="44860" y="194225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4039853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e.g. Find 21% of 80g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D31549-0E35-4EBE-9BD6-397BFD12ECA5}"/>
              </a:ext>
            </a:extLst>
          </p:cNvPr>
          <p:cNvSpPr txBox="1"/>
          <p:nvPr/>
        </p:nvSpPr>
        <p:spPr>
          <a:xfrm>
            <a:off x="9803457" y="2139329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10% = 8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8CB0BCE-0642-4349-BA4B-9E6CB0810E40}"/>
              </a:ext>
            </a:extLst>
          </p:cNvPr>
          <p:cNvCxnSpPr>
            <a:cxnSpLocks/>
          </p:cNvCxnSpPr>
          <p:nvPr/>
        </p:nvCxnSpPr>
        <p:spPr>
          <a:xfrm flipH="1">
            <a:off x="9516102" y="2570216"/>
            <a:ext cx="765840" cy="470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0FDB14FA-D6CB-4D4A-88A9-87F436222EBD}"/>
              </a:ext>
            </a:extLst>
          </p:cNvPr>
          <p:cNvSpPr/>
          <p:nvPr/>
        </p:nvSpPr>
        <p:spPr>
          <a:xfrm>
            <a:off x="9183712" y="2420021"/>
            <a:ext cx="734153" cy="43088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x2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DA641A-4DC4-4A7B-A33F-61A0E023E9BA}"/>
              </a:ext>
            </a:extLst>
          </p:cNvPr>
          <p:cNvSpPr txBox="1"/>
          <p:nvPr/>
        </p:nvSpPr>
        <p:spPr>
          <a:xfrm>
            <a:off x="8684509" y="3001103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20% = 16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C1155A1-2CE3-48E0-AFA1-CC46BAEFE3BC}"/>
              </a:ext>
            </a:extLst>
          </p:cNvPr>
          <p:cNvCxnSpPr>
            <a:cxnSpLocks/>
          </p:cNvCxnSpPr>
          <p:nvPr/>
        </p:nvCxnSpPr>
        <p:spPr>
          <a:xfrm>
            <a:off x="10408848" y="2559231"/>
            <a:ext cx="492839" cy="38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90971D03-12C0-4767-AFC4-582C1D9B0432}"/>
                  </a:ext>
                </a:extLst>
              </p:cNvPr>
              <p:cNvSpPr/>
              <p:nvPr/>
            </p:nvSpPr>
            <p:spPr>
              <a:xfrm>
                <a:off x="10813732" y="2461517"/>
                <a:ext cx="912137" cy="43088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90971D03-12C0-4767-AFC4-582C1D9B04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3732" y="2461517"/>
                <a:ext cx="912137" cy="430887"/>
              </a:xfrm>
              <a:prstGeom prst="ellipse">
                <a:avLst/>
              </a:prstGeom>
              <a:blipFill>
                <a:blip r:embed="rId5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Left Brace 43">
            <a:extLst>
              <a:ext uri="{FF2B5EF4-FFF2-40B4-BE49-F238E27FC236}">
                <a16:creationId xmlns:a16="http://schemas.microsoft.com/office/drawing/2014/main" id="{B5D3D66E-E3AE-4509-97A5-BE2A3CF5DAA2}"/>
              </a:ext>
            </a:extLst>
          </p:cNvPr>
          <p:cNvSpPr/>
          <p:nvPr/>
        </p:nvSpPr>
        <p:spPr>
          <a:xfrm rot="16200000">
            <a:off x="9939814" y="2852932"/>
            <a:ext cx="729189" cy="17825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61B20F-39CA-42F6-B57D-882D9F053676}"/>
              </a:ext>
            </a:extLst>
          </p:cNvPr>
          <p:cNvSpPr txBox="1"/>
          <p:nvPr/>
        </p:nvSpPr>
        <p:spPr>
          <a:xfrm>
            <a:off x="10059327" y="3164144"/>
            <a:ext cx="535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D88560-386F-4C7D-85A0-E6C441A829A0}"/>
              </a:ext>
            </a:extLst>
          </p:cNvPr>
          <p:cNvSpPr txBox="1"/>
          <p:nvPr/>
        </p:nvSpPr>
        <p:spPr>
          <a:xfrm>
            <a:off x="9298132" y="4210639"/>
            <a:ext cx="21741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21% = 16 + 0.8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77D04B-958C-4DCB-9032-B657C6BE1E72}"/>
              </a:ext>
            </a:extLst>
          </p:cNvPr>
          <p:cNvSpPr txBox="1"/>
          <p:nvPr/>
        </p:nvSpPr>
        <p:spPr>
          <a:xfrm>
            <a:off x="9298132" y="4671982"/>
            <a:ext cx="21741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21% = 16.8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1EA9F1-F86F-42D4-B347-145193E6E863}"/>
              </a:ext>
            </a:extLst>
          </p:cNvPr>
          <p:cNvSpPr txBox="1"/>
          <p:nvPr/>
        </p:nvSpPr>
        <p:spPr>
          <a:xfrm>
            <a:off x="10455516" y="2990118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1% = 0.8</a:t>
            </a:r>
          </a:p>
        </p:txBody>
      </p:sp>
    </p:spTree>
    <p:extLst>
      <p:ext uri="{BB962C8B-B14F-4D97-AF65-F5344CB8AC3E}">
        <p14:creationId xmlns:p14="http://schemas.microsoft.com/office/powerpoint/2010/main" val="307763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/>
      <p:bldP spid="19" grpId="0" animBg="1"/>
      <p:bldP spid="20" grpId="0"/>
      <p:bldP spid="22" grpId="0" animBg="1"/>
      <p:bldP spid="23" grpId="0"/>
      <p:bldP spid="25" grpId="0" animBg="1"/>
      <p:bldP spid="26" grpId="0"/>
      <p:bldP spid="30" grpId="0" animBg="1"/>
      <p:bldP spid="31" grpId="0"/>
      <p:bldP spid="32" grpId="0" animBg="1"/>
      <p:bldP spid="33" grpId="0"/>
      <p:bldP spid="34" grpId="0"/>
      <p:bldP spid="35" grpId="0"/>
      <p:bldP spid="37" grpId="0" animBg="1"/>
      <p:bldP spid="38" grpId="0"/>
      <p:bldP spid="40" grpId="0" animBg="1"/>
      <p:bldP spid="41" grpId="0"/>
      <p:bldP spid="43" grpId="0" animBg="1"/>
      <p:bldP spid="44" grpId="0" animBg="1"/>
      <p:bldP spid="45" grpId="0"/>
      <p:bldP spid="46" grpId="0"/>
      <p:bldP spid="47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C54E19-5511-4C94-810F-FCDBCF12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070" y="0"/>
            <a:ext cx="5237374" cy="8815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EC72E1-D024-4787-85D9-C1D3F9956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1" y="691090"/>
            <a:ext cx="1958306" cy="6775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FE696C-CA3D-4999-A8AA-B0BFF998CF4E}"/>
              </a:ext>
            </a:extLst>
          </p:cNvPr>
          <p:cNvSpPr txBox="1"/>
          <p:nvPr/>
        </p:nvSpPr>
        <p:spPr>
          <a:xfrm>
            <a:off x="251210" y="1357224"/>
            <a:ext cx="3210904" cy="430887"/>
          </a:xfrm>
          <a:custGeom>
            <a:avLst/>
            <a:gdLst>
              <a:gd name="csX0" fmla="*/ 0 w 3210904"/>
              <a:gd name="csY0" fmla="*/ 0 h 430887"/>
              <a:gd name="csX1" fmla="*/ 438824 w 3210904"/>
              <a:gd name="csY1" fmla="*/ 0 h 430887"/>
              <a:gd name="csX2" fmla="*/ 1006083 w 3210904"/>
              <a:gd name="csY2" fmla="*/ 0 h 430887"/>
              <a:gd name="csX3" fmla="*/ 1573343 w 3210904"/>
              <a:gd name="csY3" fmla="*/ 0 h 430887"/>
              <a:gd name="csX4" fmla="*/ 2076385 w 3210904"/>
              <a:gd name="csY4" fmla="*/ 0 h 430887"/>
              <a:gd name="csX5" fmla="*/ 2515208 w 3210904"/>
              <a:gd name="csY5" fmla="*/ 0 h 430887"/>
              <a:gd name="csX6" fmla="*/ 3210904 w 3210904"/>
              <a:gd name="csY6" fmla="*/ 0 h 430887"/>
              <a:gd name="csX7" fmla="*/ 3210904 w 3210904"/>
              <a:gd name="csY7" fmla="*/ 430887 h 430887"/>
              <a:gd name="csX8" fmla="*/ 2707862 w 3210904"/>
              <a:gd name="csY8" fmla="*/ 430887 h 430887"/>
              <a:gd name="csX9" fmla="*/ 2269039 w 3210904"/>
              <a:gd name="csY9" fmla="*/ 430887 h 430887"/>
              <a:gd name="csX10" fmla="*/ 1669670 w 3210904"/>
              <a:gd name="csY10" fmla="*/ 430887 h 430887"/>
              <a:gd name="csX11" fmla="*/ 1198737 w 3210904"/>
              <a:gd name="csY11" fmla="*/ 430887 h 430887"/>
              <a:gd name="csX12" fmla="*/ 599369 w 3210904"/>
              <a:gd name="csY12" fmla="*/ 430887 h 430887"/>
              <a:gd name="csX13" fmla="*/ 0 w 3210904"/>
              <a:gd name="csY13" fmla="*/ 430887 h 430887"/>
              <a:gd name="csX14" fmla="*/ 0 w 3210904"/>
              <a:gd name="csY14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210904" h="430887" fill="none" extrusionOk="0">
                <a:moveTo>
                  <a:pt x="0" y="0"/>
                </a:moveTo>
                <a:cubicBezTo>
                  <a:pt x="116631" y="-25503"/>
                  <a:pt x="310530" y="16686"/>
                  <a:pt x="438824" y="0"/>
                </a:cubicBezTo>
                <a:cubicBezTo>
                  <a:pt x="567118" y="-16686"/>
                  <a:pt x="829110" y="45238"/>
                  <a:pt x="1006083" y="0"/>
                </a:cubicBezTo>
                <a:cubicBezTo>
                  <a:pt x="1183056" y="-45238"/>
                  <a:pt x="1400670" y="728"/>
                  <a:pt x="1573343" y="0"/>
                </a:cubicBezTo>
                <a:cubicBezTo>
                  <a:pt x="1746016" y="-728"/>
                  <a:pt x="1940824" y="55142"/>
                  <a:pt x="2076385" y="0"/>
                </a:cubicBezTo>
                <a:cubicBezTo>
                  <a:pt x="2211946" y="-55142"/>
                  <a:pt x="2400919" y="25229"/>
                  <a:pt x="2515208" y="0"/>
                </a:cubicBezTo>
                <a:cubicBezTo>
                  <a:pt x="2629497" y="-25229"/>
                  <a:pt x="2958282" y="45498"/>
                  <a:pt x="3210904" y="0"/>
                </a:cubicBezTo>
                <a:cubicBezTo>
                  <a:pt x="3240349" y="114849"/>
                  <a:pt x="3161548" y="332870"/>
                  <a:pt x="3210904" y="430887"/>
                </a:cubicBezTo>
                <a:cubicBezTo>
                  <a:pt x="3034798" y="454580"/>
                  <a:pt x="2841528" y="408854"/>
                  <a:pt x="2707862" y="430887"/>
                </a:cubicBezTo>
                <a:cubicBezTo>
                  <a:pt x="2574196" y="452920"/>
                  <a:pt x="2469355" y="419283"/>
                  <a:pt x="2269039" y="430887"/>
                </a:cubicBezTo>
                <a:cubicBezTo>
                  <a:pt x="2068723" y="442491"/>
                  <a:pt x="1865906" y="424030"/>
                  <a:pt x="1669670" y="430887"/>
                </a:cubicBezTo>
                <a:cubicBezTo>
                  <a:pt x="1473434" y="437744"/>
                  <a:pt x="1413385" y="380820"/>
                  <a:pt x="1198737" y="430887"/>
                </a:cubicBezTo>
                <a:cubicBezTo>
                  <a:pt x="984089" y="480954"/>
                  <a:pt x="823344" y="398416"/>
                  <a:pt x="599369" y="430887"/>
                </a:cubicBezTo>
                <a:cubicBezTo>
                  <a:pt x="375394" y="463358"/>
                  <a:pt x="207096" y="425302"/>
                  <a:pt x="0" y="430887"/>
                </a:cubicBezTo>
                <a:cubicBezTo>
                  <a:pt x="-1650" y="222277"/>
                  <a:pt x="4906" y="202813"/>
                  <a:pt x="0" y="0"/>
                </a:cubicBezTo>
                <a:close/>
              </a:path>
              <a:path w="3210904" h="430887" stroke="0" extrusionOk="0">
                <a:moveTo>
                  <a:pt x="0" y="0"/>
                </a:moveTo>
                <a:cubicBezTo>
                  <a:pt x="158716" y="-46836"/>
                  <a:pt x="340994" y="23262"/>
                  <a:pt x="470933" y="0"/>
                </a:cubicBezTo>
                <a:cubicBezTo>
                  <a:pt x="600872" y="-23262"/>
                  <a:pt x="846913" y="4553"/>
                  <a:pt x="973974" y="0"/>
                </a:cubicBezTo>
                <a:cubicBezTo>
                  <a:pt x="1101035" y="-4553"/>
                  <a:pt x="1296355" y="6025"/>
                  <a:pt x="1412798" y="0"/>
                </a:cubicBezTo>
                <a:cubicBezTo>
                  <a:pt x="1529241" y="-6025"/>
                  <a:pt x="1753545" y="39136"/>
                  <a:pt x="1980057" y="0"/>
                </a:cubicBezTo>
                <a:cubicBezTo>
                  <a:pt x="2206569" y="-39136"/>
                  <a:pt x="2315888" y="41130"/>
                  <a:pt x="2483099" y="0"/>
                </a:cubicBezTo>
                <a:cubicBezTo>
                  <a:pt x="2650310" y="-41130"/>
                  <a:pt x="2983507" y="71729"/>
                  <a:pt x="3210904" y="0"/>
                </a:cubicBezTo>
                <a:cubicBezTo>
                  <a:pt x="3239769" y="88964"/>
                  <a:pt x="3169190" y="302828"/>
                  <a:pt x="3210904" y="430887"/>
                </a:cubicBezTo>
                <a:cubicBezTo>
                  <a:pt x="3062477" y="470112"/>
                  <a:pt x="2890108" y="386858"/>
                  <a:pt x="2772080" y="430887"/>
                </a:cubicBezTo>
                <a:cubicBezTo>
                  <a:pt x="2654052" y="474916"/>
                  <a:pt x="2440344" y="389301"/>
                  <a:pt x="2236930" y="430887"/>
                </a:cubicBezTo>
                <a:cubicBezTo>
                  <a:pt x="2033516" y="472473"/>
                  <a:pt x="1940895" y="381071"/>
                  <a:pt x="1701779" y="430887"/>
                </a:cubicBezTo>
                <a:cubicBezTo>
                  <a:pt x="1462663" y="480703"/>
                  <a:pt x="1407596" y="385943"/>
                  <a:pt x="1230847" y="430887"/>
                </a:cubicBezTo>
                <a:cubicBezTo>
                  <a:pt x="1054098" y="475831"/>
                  <a:pt x="1010201" y="399883"/>
                  <a:pt x="792023" y="430887"/>
                </a:cubicBezTo>
                <a:cubicBezTo>
                  <a:pt x="573845" y="461891"/>
                  <a:pt x="336774" y="405465"/>
                  <a:pt x="0" y="430887"/>
                </a:cubicBezTo>
                <a:cubicBezTo>
                  <a:pt x="-24700" y="261517"/>
                  <a:pt x="32225" y="176787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2465898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e.g. Find 42% of 240g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8378C4-56C8-477E-AD7C-2A8EAF17C8B6}"/>
              </a:ext>
            </a:extLst>
          </p:cNvPr>
          <p:cNvCxnSpPr>
            <a:cxnSpLocks/>
          </p:cNvCxnSpPr>
          <p:nvPr/>
        </p:nvCxnSpPr>
        <p:spPr>
          <a:xfrm flipH="1">
            <a:off x="1588006" y="1737044"/>
            <a:ext cx="154736" cy="374562"/>
          </a:xfrm>
          <a:prstGeom prst="straightConnector1">
            <a:avLst/>
          </a:prstGeom>
          <a:ln>
            <a:tailEnd type="triangle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AB708A-4360-4E3A-BF39-04B45408194F}"/>
                  </a:ext>
                </a:extLst>
              </p:cNvPr>
              <p:cNvSpPr txBox="1"/>
              <p:nvPr/>
            </p:nvSpPr>
            <p:spPr>
              <a:xfrm>
                <a:off x="1005804" y="2072028"/>
                <a:ext cx="726196" cy="742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42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AB708A-4360-4E3A-BF39-04B454081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04" y="2072028"/>
                <a:ext cx="726196" cy="7421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75EE7B-B38D-4C28-AF6E-F5CFB496A332}"/>
              </a:ext>
            </a:extLst>
          </p:cNvPr>
          <p:cNvCxnSpPr>
            <a:cxnSpLocks/>
          </p:cNvCxnSpPr>
          <p:nvPr/>
        </p:nvCxnSpPr>
        <p:spPr>
          <a:xfrm flipH="1">
            <a:off x="2118946" y="1720914"/>
            <a:ext cx="173886" cy="379354"/>
          </a:xfrm>
          <a:prstGeom prst="straightConnector1">
            <a:avLst/>
          </a:prstGeom>
          <a:ln>
            <a:tailEnd type="triangle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2BDB67D-4356-4002-B164-FA63E6F14ED3}"/>
              </a:ext>
            </a:extLst>
          </p:cNvPr>
          <p:cNvSpPr txBox="1"/>
          <p:nvPr/>
        </p:nvSpPr>
        <p:spPr>
          <a:xfrm>
            <a:off x="1890346" y="2221312"/>
            <a:ext cx="309471" cy="428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EF3C3E-2B2F-419E-B87C-9891E4E429AE}"/>
              </a:ext>
            </a:extLst>
          </p:cNvPr>
          <p:cNvCxnSpPr>
            <a:cxnSpLocks/>
          </p:cNvCxnSpPr>
          <p:nvPr/>
        </p:nvCxnSpPr>
        <p:spPr>
          <a:xfrm flipH="1">
            <a:off x="2655277" y="1829154"/>
            <a:ext cx="222197" cy="361792"/>
          </a:xfrm>
          <a:prstGeom prst="straightConnector1">
            <a:avLst/>
          </a:prstGeom>
          <a:ln>
            <a:tailEnd type="triangle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BEDF8D3-9478-4A2D-80E3-B75CDCD1A7AF}"/>
              </a:ext>
            </a:extLst>
          </p:cNvPr>
          <p:cNvSpPr txBox="1"/>
          <p:nvPr/>
        </p:nvSpPr>
        <p:spPr>
          <a:xfrm>
            <a:off x="2317783" y="2221312"/>
            <a:ext cx="6749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240</a:t>
            </a:r>
          </a:p>
        </p:txBody>
      </p:sp>
      <p:pic>
        <p:nvPicPr>
          <p:cNvPr id="4098" name="32B11C7A-A663-48D1-A882-55BBD5D34EB5">
            <a:extLst>
              <a:ext uri="{FF2B5EF4-FFF2-40B4-BE49-F238E27FC236}">
                <a16:creationId xmlns:a16="http://schemas.microsoft.com/office/drawing/2014/main" id="{8876B318-EA9A-42FF-924A-5A7236502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081" y="2964741"/>
            <a:ext cx="1628761" cy="35859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E28EE13-3B5C-473D-A8BB-1208FD214C9A}"/>
              </a:ext>
            </a:extLst>
          </p:cNvPr>
          <p:cNvSpPr txBox="1"/>
          <p:nvPr/>
        </p:nvSpPr>
        <p:spPr>
          <a:xfrm>
            <a:off x="3355276" y="2211356"/>
            <a:ext cx="13222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100.8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CD8CA1-F6A1-4CF4-88E9-3F5C165C29F3}"/>
              </a:ext>
            </a:extLst>
          </p:cNvPr>
          <p:cNvCxnSpPr/>
          <p:nvPr/>
        </p:nvCxnSpPr>
        <p:spPr>
          <a:xfrm>
            <a:off x="5329850" y="237164"/>
            <a:ext cx="96715" cy="6383671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38DDB579-334B-457E-B821-76191EA4F8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565" y="19951"/>
            <a:ext cx="1478124" cy="100989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BD46F1D-3DC8-45F3-83AE-848091CD7E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507" y="1029849"/>
            <a:ext cx="5529551" cy="454801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432D5C2-223E-4088-BF29-9EE1614CEE49}"/>
              </a:ext>
            </a:extLst>
          </p:cNvPr>
          <p:cNvSpPr txBox="1"/>
          <p:nvPr/>
        </p:nvSpPr>
        <p:spPr>
          <a:xfrm>
            <a:off x="9747284" y="2111606"/>
            <a:ext cx="13222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100.8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57C1B6-58FB-43D0-8807-AA6142AA017A}"/>
              </a:ext>
            </a:extLst>
          </p:cNvPr>
          <p:cNvSpPr txBox="1"/>
          <p:nvPr/>
        </p:nvSpPr>
        <p:spPr>
          <a:xfrm>
            <a:off x="9862898" y="2838780"/>
            <a:ext cx="13222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90.65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1E09B9-4CD8-4485-B73D-F8E307804102}"/>
              </a:ext>
            </a:extLst>
          </p:cNvPr>
          <p:cNvSpPr txBox="1"/>
          <p:nvPr/>
        </p:nvSpPr>
        <p:spPr>
          <a:xfrm>
            <a:off x="9894876" y="3600948"/>
            <a:ext cx="13222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8.375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74B357-34A8-4753-8D7A-3BF628AE1FA4}"/>
              </a:ext>
            </a:extLst>
          </p:cNvPr>
          <p:cNvSpPr txBox="1"/>
          <p:nvPr/>
        </p:nvSpPr>
        <p:spPr>
          <a:xfrm>
            <a:off x="9747284" y="4231157"/>
            <a:ext cx="13222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18.5603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FFC530-C9B1-46B5-A913-D876949B554D}"/>
              </a:ext>
            </a:extLst>
          </p:cNvPr>
          <p:cNvSpPr txBox="1"/>
          <p:nvPr/>
        </p:nvSpPr>
        <p:spPr>
          <a:xfrm>
            <a:off x="9747284" y="4975021"/>
            <a:ext cx="13222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11.5488</a:t>
            </a:r>
          </a:p>
        </p:txBody>
      </p:sp>
    </p:spTree>
    <p:extLst>
      <p:ext uri="{BB962C8B-B14F-4D97-AF65-F5344CB8AC3E}">
        <p14:creationId xmlns:p14="http://schemas.microsoft.com/office/powerpoint/2010/main" val="186952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3" grpId="0"/>
      <p:bldP spid="16" grpId="0"/>
      <p:bldP spid="30" grpId="0"/>
      <p:bldP spid="37" grpId="0"/>
      <p:bldP spid="38" grpId="0"/>
      <p:bldP spid="39" grpId="0"/>
      <p:bldP spid="40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E43D70-BB52-4B2E-A249-DA2259D87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00" y="1749406"/>
            <a:ext cx="10888400" cy="33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62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DC0F09-8484-442C-BBB9-0028C700B268}"/>
              </a:ext>
            </a:extLst>
          </p:cNvPr>
          <p:cNvSpPr txBox="1"/>
          <p:nvPr/>
        </p:nvSpPr>
        <p:spPr>
          <a:xfrm>
            <a:off x="0" y="14497"/>
            <a:ext cx="7500395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Modern Love" panose="04090805081005020601" pitchFamily="82" charset="0"/>
              </a:rPr>
              <a:t>Percentage Increase/Decrease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7DF151-0166-4F91-AFE1-2DBBE23E67FF}"/>
              </a:ext>
            </a:extLst>
          </p:cNvPr>
          <p:cNvSpPr txBox="1"/>
          <p:nvPr/>
        </p:nvSpPr>
        <p:spPr>
          <a:xfrm>
            <a:off x="1174651" y="1316691"/>
            <a:ext cx="3906007" cy="430887"/>
          </a:xfrm>
          <a:custGeom>
            <a:avLst/>
            <a:gdLst>
              <a:gd name="csX0" fmla="*/ 0 w 3906007"/>
              <a:gd name="csY0" fmla="*/ 0 h 430887"/>
              <a:gd name="csX1" fmla="*/ 479881 w 3906007"/>
              <a:gd name="csY1" fmla="*/ 0 h 430887"/>
              <a:gd name="csX2" fmla="*/ 1037882 w 3906007"/>
              <a:gd name="csY2" fmla="*/ 0 h 430887"/>
              <a:gd name="csX3" fmla="*/ 1634943 w 3906007"/>
              <a:gd name="csY3" fmla="*/ 0 h 430887"/>
              <a:gd name="csX4" fmla="*/ 2232004 w 3906007"/>
              <a:gd name="csY4" fmla="*/ 0 h 430887"/>
              <a:gd name="csX5" fmla="*/ 2750945 w 3906007"/>
              <a:gd name="csY5" fmla="*/ 0 h 430887"/>
              <a:gd name="csX6" fmla="*/ 3348006 w 3906007"/>
              <a:gd name="csY6" fmla="*/ 0 h 430887"/>
              <a:gd name="csX7" fmla="*/ 3906007 w 3906007"/>
              <a:gd name="csY7" fmla="*/ 0 h 430887"/>
              <a:gd name="csX8" fmla="*/ 3906007 w 3906007"/>
              <a:gd name="csY8" fmla="*/ 430887 h 430887"/>
              <a:gd name="csX9" fmla="*/ 3387066 w 3906007"/>
              <a:gd name="csY9" fmla="*/ 430887 h 430887"/>
              <a:gd name="csX10" fmla="*/ 2790005 w 3906007"/>
              <a:gd name="csY10" fmla="*/ 430887 h 430887"/>
              <a:gd name="csX11" fmla="*/ 2192944 w 3906007"/>
              <a:gd name="csY11" fmla="*/ 430887 h 430887"/>
              <a:gd name="csX12" fmla="*/ 1674003 w 3906007"/>
              <a:gd name="csY12" fmla="*/ 430887 h 430887"/>
              <a:gd name="csX13" fmla="*/ 1233182 w 3906007"/>
              <a:gd name="csY13" fmla="*/ 430887 h 430887"/>
              <a:gd name="csX14" fmla="*/ 636121 w 3906007"/>
              <a:gd name="csY14" fmla="*/ 430887 h 430887"/>
              <a:gd name="csX15" fmla="*/ 0 w 3906007"/>
              <a:gd name="csY15" fmla="*/ 430887 h 430887"/>
              <a:gd name="csX16" fmla="*/ 0 w 3906007"/>
              <a:gd name="csY1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906007" h="430887" fill="none" extrusionOk="0">
                <a:moveTo>
                  <a:pt x="0" y="0"/>
                </a:moveTo>
                <a:cubicBezTo>
                  <a:pt x="157224" y="-19638"/>
                  <a:pt x="353044" y="31691"/>
                  <a:pt x="479881" y="0"/>
                </a:cubicBezTo>
                <a:cubicBezTo>
                  <a:pt x="606718" y="-31691"/>
                  <a:pt x="916808" y="51578"/>
                  <a:pt x="1037882" y="0"/>
                </a:cubicBezTo>
                <a:cubicBezTo>
                  <a:pt x="1158956" y="-51578"/>
                  <a:pt x="1470290" y="39601"/>
                  <a:pt x="1634943" y="0"/>
                </a:cubicBezTo>
                <a:cubicBezTo>
                  <a:pt x="1799596" y="-39601"/>
                  <a:pt x="2011619" y="57620"/>
                  <a:pt x="2232004" y="0"/>
                </a:cubicBezTo>
                <a:cubicBezTo>
                  <a:pt x="2452389" y="-57620"/>
                  <a:pt x="2608635" y="26767"/>
                  <a:pt x="2750945" y="0"/>
                </a:cubicBezTo>
                <a:cubicBezTo>
                  <a:pt x="2893255" y="-26767"/>
                  <a:pt x="3070451" y="52048"/>
                  <a:pt x="3348006" y="0"/>
                </a:cubicBezTo>
                <a:cubicBezTo>
                  <a:pt x="3625561" y="-52048"/>
                  <a:pt x="3744917" y="50674"/>
                  <a:pt x="3906007" y="0"/>
                </a:cubicBezTo>
                <a:cubicBezTo>
                  <a:pt x="3955486" y="167795"/>
                  <a:pt x="3868337" y="309352"/>
                  <a:pt x="3906007" y="430887"/>
                </a:cubicBezTo>
                <a:cubicBezTo>
                  <a:pt x="3787451" y="457904"/>
                  <a:pt x="3492998" y="386663"/>
                  <a:pt x="3387066" y="430887"/>
                </a:cubicBezTo>
                <a:cubicBezTo>
                  <a:pt x="3281134" y="475111"/>
                  <a:pt x="3050837" y="416101"/>
                  <a:pt x="2790005" y="430887"/>
                </a:cubicBezTo>
                <a:cubicBezTo>
                  <a:pt x="2529173" y="445673"/>
                  <a:pt x="2381453" y="367456"/>
                  <a:pt x="2192944" y="430887"/>
                </a:cubicBezTo>
                <a:cubicBezTo>
                  <a:pt x="2004435" y="494318"/>
                  <a:pt x="1796747" y="378135"/>
                  <a:pt x="1674003" y="430887"/>
                </a:cubicBezTo>
                <a:cubicBezTo>
                  <a:pt x="1551259" y="483639"/>
                  <a:pt x="1418253" y="408003"/>
                  <a:pt x="1233182" y="430887"/>
                </a:cubicBezTo>
                <a:cubicBezTo>
                  <a:pt x="1048111" y="453771"/>
                  <a:pt x="854864" y="403496"/>
                  <a:pt x="636121" y="430887"/>
                </a:cubicBezTo>
                <a:cubicBezTo>
                  <a:pt x="417378" y="458278"/>
                  <a:pt x="176311" y="412629"/>
                  <a:pt x="0" y="430887"/>
                </a:cubicBezTo>
                <a:cubicBezTo>
                  <a:pt x="-51646" y="326355"/>
                  <a:pt x="28879" y="111192"/>
                  <a:pt x="0" y="0"/>
                </a:cubicBezTo>
                <a:close/>
              </a:path>
              <a:path w="3906007" h="430887" stroke="0" extrusionOk="0">
                <a:moveTo>
                  <a:pt x="0" y="0"/>
                </a:moveTo>
                <a:cubicBezTo>
                  <a:pt x="171529" y="-66254"/>
                  <a:pt x="405566" y="31535"/>
                  <a:pt x="636121" y="0"/>
                </a:cubicBezTo>
                <a:cubicBezTo>
                  <a:pt x="866676" y="-31535"/>
                  <a:pt x="1019933" y="51312"/>
                  <a:pt x="1116002" y="0"/>
                </a:cubicBezTo>
                <a:cubicBezTo>
                  <a:pt x="1212071" y="-51312"/>
                  <a:pt x="1588880" y="44393"/>
                  <a:pt x="1713063" y="0"/>
                </a:cubicBezTo>
                <a:cubicBezTo>
                  <a:pt x="1837246" y="-44393"/>
                  <a:pt x="2052329" y="46664"/>
                  <a:pt x="2349184" y="0"/>
                </a:cubicBezTo>
                <a:cubicBezTo>
                  <a:pt x="2646039" y="-46664"/>
                  <a:pt x="2757314" y="34918"/>
                  <a:pt x="2868125" y="0"/>
                </a:cubicBezTo>
                <a:cubicBezTo>
                  <a:pt x="2978936" y="-34918"/>
                  <a:pt x="3217809" y="4814"/>
                  <a:pt x="3387066" y="0"/>
                </a:cubicBezTo>
                <a:cubicBezTo>
                  <a:pt x="3556323" y="-4814"/>
                  <a:pt x="3772258" y="356"/>
                  <a:pt x="3906007" y="0"/>
                </a:cubicBezTo>
                <a:cubicBezTo>
                  <a:pt x="3927361" y="137687"/>
                  <a:pt x="3893053" y="307175"/>
                  <a:pt x="3906007" y="430887"/>
                </a:cubicBezTo>
                <a:cubicBezTo>
                  <a:pt x="3791871" y="448580"/>
                  <a:pt x="3592792" y="409380"/>
                  <a:pt x="3465186" y="430887"/>
                </a:cubicBezTo>
                <a:cubicBezTo>
                  <a:pt x="3337580" y="452394"/>
                  <a:pt x="3203832" y="426326"/>
                  <a:pt x="2985305" y="430887"/>
                </a:cubicBezTo>
                <a:cubicBezTo>
                  <a:pt x="2766778" y="435448"/>
                  <a:pt x="2602121" y="381345"/>
                  <a:pt x="2505424" y="430887"/>
                </a:cubicBezTo>
                <a:cubicBezTo>
                  <a:pt x="2408727" y="480429"/>
                  <a:pt x="2188427" y="387029"/>
                  <a:pt x="1908363" y="430887"/>
                </a:cubicBezTo>
                <a:cubicBezTo>
                  <a:pt x="1628299" y="474745"/>
                  <a:pt x="1493597" y="370988"/>
                  <a:pt x="1389422" y="430887"/>
                </a:cubicBezTo>
                <a:cubicBezTo>
                  <a:pt x="1285247" y="490786"/>
                  <a:pt x="1125670" y="422471"/>
                  <a:pt x="909542" y="430887"/>
                </a:cubicBezTo>
                <a:cubicBezTo>
                  <a:pt x="693414" y="439303"/>
                  <a:pt x="366944" y="394074"/>
                  <a:pt x="0" y="430887"/>
                </a:cubicBezTo>
                <a:cubicBezTo>
                  <a:pt x="-7417" y="329312"/>
                  <a:pt x="7871" y="197510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22496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E.g. Increase £300 by 35%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DDD75-8059-42E7-9413-D7B308C54E16}"/>
              </a:ext>
            </a:extLst>
          </p:cNvPr>
          <p:cNvSpPr txBox="1"/>
          <p:nvPr/>
        </p:nvSpPr>
        <p:spPr>
          <a:xfrm>
            <a:off x="1174651" y="1747578"/>
            <a:ext cx="39060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Step 1: Find 35% of £300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5A681-A57B-4162-B340-5612186FDE0A}"/>
              </a:ext>
            </a:extLst>
          </p:cNvPr>
          <p:cNvSpPr txBox="1"/>
          <p:nvPr/>
        </p:nvSpPr>
        <p:spPr>
          <a:xfrm>
            <a:off x="2381310" y="2178465"/>
            <a:ext cx="14926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10% = 30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D85B63-10C5-4B61-A606-3B3F14245AFC}"/>
              </a:ext>
            </a:extLst>
          </p:cNvPr>
          <p:cNvCxnSpPr>
            <a:cxnSpLocks/>
          </p:cNvCxnSpPr>
          <p:nvPr/>
        </p:nvCxnSpPr>
        <p:spPr>
          <a:xfrm flipH="1">
            <a:off x="2359492" y="2681418"/>
            <a:ext cx="765840" cy="470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7CA7EBF-AE2A-4A34-B1FC-67FB708210CE}"/>
              </a:ext>
            </a:extLst>
          </p:cNvPr>
          <p:cNvSpPr/>
          <p:nvPr/>
        </p:nvSpPr>
        <p:spPr>
          <a:xfrm>
            <a:off x="2027102" y="2531223"/>
            <a:ext cx="734153" cy="43088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x3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0309B8-E52D-407D-8A9E-EF7343F14CA0}"/>
              </a:ext>
            </a:extLst>
          </p:cNvPr>
          <p:cNvSpPr txBox="1"/>
          <p:nvPr/>
        </p:nvSpPr>
        <p:spPr>
          <a:xfrm>
            <a:off x="1527899" y="3112305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30% = 90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DD4656-846B-4ACB-B1A6-216D1187DE44}"/>
              </a:ext>
            </a:extLst>
          </p:cNvPr>
          <p:cNvCxnSpPr>
            <a:cxnSpLocks/>
          </p:cNvCxnSpPr>
          <p:nvPr/>
        </p:nvCxnSpPr>
        <p:spPr>
          <a:xfrm>
            <a:off x="3252238" y="2670433"/>
            <a:ext cx="492839" cy="38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CC1F0C7-F987-4A91-9A3A-108BFE2A53B4}"/>
                  </a:ext>
                </a:extLst>
              </p:cNvPr>
              <p:cNvSpPr/>
              <p:nvPr/>
            </p:nvSpPr>
            <p:spPr>
              <a:xfrm>
                <a:off x="3657122" y="2572719"/>
                <a:ext cx="734153" cy="43088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CC1F0C7-F987-4A91-9A3A-108BFE2A53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122" y="2572719"/>
                <a:ext cx="734153" cy="430887"/>
              </a:xfrm>
              <a:prstGeom prst="ellipse">
                <a:avLst/>
              </a:prstGeom>
              <a:blipFill>
                <a:blip r:embed="rId2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2E4D7FD-5909-422E-B7B0-98FA24E59C58}"/>
              </a:ext>
            </a:extLst>
          </p:cNvPr>
          <p:cNvSpPr txBox="1"/>
          <p:nvPr/>
        </p:nvSpPr>
        <p:spPr>
          <a:xfrm>
            <a:off x="3498657" y="3059903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5% = 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53D4B1-0795-40DB-92D9-916982624F1D}"/>
              </a:ext>
            </a:extLst>
          </p:cNvPr>
          <p:cNvSpPr txBox="1"/>
          <p:nvPr/>
        </p:nvSpPr>
        <p:spPr>
          <a:xfrm>
            <a:off x="1527899" y="3583067"/>
            <a:ext cx="23460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35% = 90 + 15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6D7354-06D5-48E0-818C-6DE0B3ACBA3B}"/>
              </a:ext>
            </a:extLst>
          </p:cNvPr>
          <p:cNvSpPr txBox="1"/>
          <p:nvPr/>
        </p:nvSpPr>
        <p:spPr>
          <a:xfrm>
            <a:off x="3498656" y="3583066"/>
            <a:ext cx="10842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£105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E499A1-DB04-4E26-8BD2-A521FB8215B7}"/>
              </a:ext>
            </a:extLst>
          </p:cNvPr>
          <p:cNvSpPr txBox="1"/>
          <p:nvPr/>
        </p:nvSpPr>
        <p:spPr>
          <a:xfrm>
            <a:off x="1299234" y="4053629"/>
            <a:ext cx="39060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Step 2: Add £105 to £300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02FA6D-DD96-40D9-B395-FF36011042A1}"/>
              </a:ext>
            </a:extLst>
          </p:cNvPr>
          <p:cNvSpPr txBox="1"/>
          <p:nvPr/>
        </p:nvSpPr>
        <p:spPr>
          <a:xfrm>
            <a:off x="1480445" y="4497943"/>
            <a:ext cx="2910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£300 + £105 = £405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D7D3C0-1350-405F-91A1-F232B97FB353}"/>
              </a:ext>
            </a:extLst>
          </p:cNvPr>
          <p:cNvSpPr txBox="1"/>
          <p:nvPr/>
        </p:nvSpPr>
        <p:spPr>
          <a:xfrm>
            <a:off x="6397523" y="1316691"/>
            <a:ext cx="3906007" cy="430887"/>
          </a:xfrm>
          <a:custGeom>
            <a:avLst/>
            <a:gdLst>
              <a:gd name="csX0" fmla="*/ 0 w 3906007"/>
              <a:gd name="csY0" fmla="*/ 0 h 430887"/>
              <a:gd name="csX1" fmla="*/ 479881 w 3906007"/>
              <a:gd name="csY1" fmla="*/ 0 h 430887"/>
              <a:gd name="csX2" fmla="*/ 1037882 w 3906007"/>
              <a:gd name="csY2" fmla="*/ 0 h 430887"/>
              <a:gd name="csX3" fmla="*/ 1634943 w 3906007"/>
              <a:gd name="csY3" fmla="*/ 0 h 430887"/>
              <a:gd name="csX4" fmla="*/ 2232004 w 3906007"/>
              <a:gd name="csY4" fmla="*/ 0 h 430887"/>
              <a:gd name="csX5" fmla="*/ 2750945 w 3906007"/>
              <a:gd name="csY5" fmla="*/ 0 h 430887"/>
              <a:gd name="csX6" fmla="*/ 3348006 w 3906007"/>
              <a:gd name="csY6" fmla="*/ 0 h 430887"/>
              <a:gd name="csX7" fmla="*/ 3906007 w 3906007"/>
              <a:gd name="csY7" fmla="*/ 0 h 430887"/>
              <a:gd name="csX8" fmla="*/ 3906007 w 3906007"/>
              <a:gd name="csY8" fmla="*/ 430887 h 430887"/>
              <a:gd name="csX9" fmla="*/ 3387066 w 3906007"/>
              <a:gd name="csY9" fmla="*/ 430887 h 430887"/>
              <a:gd name="csX10" fmla="*/ 2790005 w 3906007"/>
              <a:gd name="csY10" fmla="*/ 430887 h 430887"/>
              <a:gd name="csX11" fmla="*/ 2192944 w 3906007"/>
              <a:gd name="csY11" fmla="*/ 430887 h 430887"/>
              <a:gd name="csX12" fmla="*/ 1674003 w 3906007"/>
              <a:gd name="csY12" fmla="*/ 430887 h 430887"/>
              <a:gd name="csX13" fmla="*/ 1233182 w 3906007"/>
              <a:gd name="csY13" fmla="*/ 430887 h 430887"/>
              <a:gd name="csX14" fmla="*/ 636121 w 3906007"/>
              <a:gd name="csY14" fmla="*/ 430887 h 430887"/>
              <a:gd name="csX15" fmla="*/ 0 w 3906007"/>
              <a:gd name="csY15" fmla="*/ 430887 h 430887"/>
              <a:gd name="csX16" fmla="*/ 0 w 3906007"/>
              <a:gd name="csY1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906007" h="430887" fill="none" extrusionOk="0">
                <a:moveTo>
                  <a:pt x="0" y="0"/>
                </a:moveTo>
                <a:cubicBezTo>
                  <a:pt x="157224" y="-19638"/>
                  <a:pt x="353044" y="31691"/>
                  <a:pt x="479881" y="0"/>
                </a:cubicBezTo>
                <a:cubicBezTo>
                  <a:pt x="606718" y="-31691"/>
                  <a:pt x="916808" y="51578"/>
                  <a:pt x="1037882" y="0"/>
                </a:cubicBezTo>
                <a:cubicBezTo>
                  <a:pt x="1158956" y="-51578"/>
                  <a:pt x="1470290" y="39601"/>
                  <a:pt x="1634943" y="0"/>
                </a:cubicBezTo>
                <a:cubicBezTo>
                  <a:pt x="1799596" y="-39601"/>
                  <a:pt x="2011619" y="57620"/>
                  <a:pt x="2232004" y="0"/>
                </a:cubicBezTo>
                <a:cubicBezTo>
                  <a:pt x="2452389" y="-57620"/>
                  <a:pt x="2608635" y="26767"/>
                  <a:pt x="2750945" y="0"/>
                </a:cubicBezTo>
                <a:cubicBezTo>
                  <a:pt x="2893255" y="-26767"/>
                  <a:pt x="3070451" y="52048"/>
                  <a:pt x="3348006" y="0"/>
                </a:cubicBezTo>
                <a:cubicBezTo>
                  <a:pt x="3625561" y="-52048"/>
                  <a:pt x="3744917" y="50674"/>
                  <a:pt x="3906007" y="0"/>
                </a:cubicBezTo>
                <a:cubicBezTo>
                  <a:pt x="3955486" y="167795"/>
                  <a:pt x="3868337" y="309352"/>
                  <a:pt x="3906007" y="430887"/>
                </a:cubicBezTo>
                <a:cubicBezTo>
                  <a:pt x="3787451" y="457904"/>
                  <a:pt x="3492998" y="386663"/>
                  <a:pt x="3387066" y="430887"/>
                </a:cubicBezTo>
                <a:cubicBezTo>
                  <a:pt x="3281134" y="475111"/>
                  <a:pt x="3050837" y="416101"/>
                  <a:pt x="2790005" y="430887"/>
                </a:cubicBezTo>
                <a:cubicBezTo>
                  <a:pt x="2529173" y="445673"/>
                  <a:pt x="2381453" y="367456"/>
                  <a:pt x="2192944" y="430887"/>
                </a:cubicBezTo>
                <a:cubicBezTo>
                  <a:pt x="2004435" y="494318"/>
                  <a:pt x="1796747" y="378135"/>
                  <a:pt x="1674003" y="430887"/>
                </a:cubicBezTo>
                <a:cubicBezTo>
                  <a:pt x="1551259" y="483639"/>
                  <a:pt x="1418253" y="408003"/>
                  <a:pt x="1233182" y="430887"/>
                </a:cubicBezTo>
                <a:cubicBezTo>
                  <a:pt x="1048111" y="453771"/>
                  <a:pt x="854864" y="403496"/>
                  <a:pt x="636121" y="430887"/>
                </a:cubicBezTo>
                <a:cubicBezTo>
                  <a:pt x="417378" y="458278"/>
                  <a:pt x="176311" y="412629"/>
                  <a:pt x="0" y="430887"/>
                </a:cubicBezTo>
                <a:cubicBezTo>
                  <a:pt x="-51646" y="326355"/>
                  <a:pt x="28879" y="111192"/>
                  <a:pt x="0" y="0"/>
                </a:cubicBezTo>
                <a:close/>
              </a:path>
              <a:path w="3906007" h="430887" stroke="0" extrusionOk="0">
                <a:moveTo>
                  <a:pt x="0" y="0"/>
                </a:moveTo>
                <a:cubicBezTo>
                  <a:pt x="171529" y="-66254"/>
                  <a:pt x="405566" y="31535"/>
                  <a:pt x="636121" y="0"/>
                </a:cubicBezTo>
                <a:cubicBezTo>
                  <a:pt x="866676" y="-31535"/>
                  <a:pt x="1019933" y="51312"/>
                  <a:pt x="1116002" y="0"/>
                </a:cubicBezTo>
                <a:cubicBezTo>
                  <a:pt x="1212071" y="-51312"/>
                  <a:pt x="1588880" y="44393"/>
                  <a:pt x="1713063" y="0"/>
                </a:cubicBezTo>
                <a:cubicBezTo>
                  <a:pt x="1837246" y="-44393"/>
                  <a:pt x="2052329" y="46664"/>
                  <a:pt x="2349184" y="0"/>
                </a:cubicBezTo>
                <a:cubicBezTo>
                  <a:pt x="2646039" y="-46664"/>
                  <a:pt x="2757314" y="34918"/>
                  <a:pt x="2868125" y="0"/>
                </a:cubicBezTo>
                <a:cubicBezTo>
                  <a:pt x="2978936" y="-34918"/>
                  <a:pt x="3217809" y="4814"/>
                  <a:pt x="3387066" y="0"/>
                </a:cubicBezTo>
                <a:cubicBezTo>
                  <a:pt x="3556323" y="-4814"/>
                  <a:pt x="3772258" y="356"/>
                  <a:pt x="3906007" y="0"/>
                </a:cubicBezTo>
                <a:cubicBezTo>
                  <a:pt x="3927361" y="137687"/>
                  <a:pt x="3893053" y="307175"/>
                  <a:pt x="3906007" y="430887"/>
                </a:cubicBezTo>
                <a:cubicBezTo>
                  <a:pt x="3791871" y="448580"/>
                  <a:pt x="3592792" y="409380"/>
                  <a:pt x="3465186" y="430887"/>
                </a:cubicBezTo>
                <a:cubicBezTo>
                  <a:pt x="3337580" y="452394"/>
                  <a:pt x="3203832" y="426326"/>
                  <a:pt x="2985305" y="430887"/>
                </a:cubicBezTo>
                <a:cubicBezTo>
                  <a:pt x="2766778" y="435448"/>
                  <a:pt x="2602121" y="381345"/>
                  <a:pt x="2505424" y="430887"/>
                </a:cubicBezTo>
                <a:cubicBezTo>
                  <a:pt x="2408727" y="480429"/>
                  <a:pt x="2188427" y="387029"/>
                  <a:pt x="1908363" y="430887"/>
                </a:cubicBezTo>
                <a:cubicBezTo>
                  <a:pt x="1628299" y="474745"/>
                  <a:pt x="1493597" y="370988"/>
                  <a:pt x="1389422" y="430887"/>
                </a:cubicBezTo>
                <a:cubicBezTo>
                  <a:pt x="1285247" y="490786"/>
                  <a:pt x="1125670" y="422471"/>
                  <a:pt x="909542" y="430887"/>
                </a:cubicBezTo>
                <a:cubicBezTo>
                  <a:pt x="693414" y="439303"/>
                  <a:pt x="366944" y="394074"/>
                  <a:pt x="0" y="430887"/>
                </a:cubicBezTo>
                <a:cubicBezTo>
                  <a:pt x="-7417" y="329312"/>
                  <a:pt x="7871" y="197510"/>
                  <a:pt x="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22496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E.g. Decrease £240 by 12%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BA1A70-63EC-4F06-8554-8B164450AB61}"/>
              </a:ext>
            </a:extLst>
          </p:cNvPr>
          <p:cNvSpPr txBox="1"/>
          <p:nvPr/>
        </p:nvSpPr>
        <p:spPr>
          <a:xfrm>
            <a:off x="6397523" y="1747578"/>
            <a:ext cx="39060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Step 1: Find 12% of £240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354046-32FB-4D4E-B84D-1BAC019757F8}"/>
              </a:ext>
            </a:extLst>
          </p:cNvPr>
          <p:cNvSpPr txBox="1"/>
          <p:nvPr/>
        </p:nvSpPr>
        <p:spPr>
          <a:xfrm>
            <a:off x="7604182" y="2178465"/>
            <a:ext cx="14926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10% = 24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36D4426-ECB3-4261-9762-51216790066D}"/>
              </a:ext>
            </a:extLst>
          </p:cNvPr>
          <p:cNvCxnSpPr>
            <a:cxnSpLocks/>
          </p:cNvCxnSpPr>
          <p:nvPr/>
        </p:nvCxnSpPr>
        <p:spPr>
          <a:xfrm flipH="1">
            <a:off x="7582364" y="2681418"/>
            <a:ext cx="765840" cy="470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9CF3AF4-B3EA-4F98-8A7F-0FC3B38005D6}"/>
                  </a:ext>
                </a:extLst>
              </p:cNvPr>
              <p:cNvSpPr/>
              <p:nvPr/>
            </p:nvSpPr>
            <p:spPr>
              <a:xfrm>
                <a:off x="7249974" y="2531223"/>
                <a:ext cx="734153" cy="43088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9CF3AF4-B3EA-4F98-8A7F-0FC3B38005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974" y="2531223"/>
                <a:ext cx="734153" cy="430887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3A0D5F3-9015-402E-A868-13FBD02BBE54}"/>
              </a:ext>
            </a:extLst>
          </p:cNvPr>
          <p:cNvSpPr txBox="1"/>
          <p:nvPr/>
        </p:nvSpPr>
        <p:spPr>
          <a:xfrm>
            <a:off x="6750771" y="3112305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1% = 2.4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B0CE9BB-1AE5-4BD9-B7EB-1DDE9E88486A}"/>
              </a:ext>
            </a:extLst>
          </p:cNvPr>
          <p:cNvCxnSpPr>
            <a:cxnSpLocks/>
          </p:cNvCxnSpPr>
          <p:nvPr/>
        </p:nvCxnSpPr>
        <p:spPr>
          <a:xfrm>
            <a:off x="7111343" y="3511086"/>
            <a:ext cx="0" cy="372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56E60450-CB0A-4DDE-B31D-6D7A240E5989}"/>
              </a:ext>
            </a:extLst>
          </p:cNvPr>
          <p:cNvSpPr/>
          <p:nvPr/>
        </p:nvSpPr>
        <p:spPr>
          <a:xfrm>
            <a:off x="7196561" y="3462955"/>
            <a:ext cx="734153" cy="43088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x2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9B41B1-A74B-4F9D-AF06-A119EBD9B96F}"/>
              </a:ext>
            </a:extLst>
          </p:cNvPr>
          <p:cNvSpPr txBox="1"/>
          <p:nvPr/>
        </p:nvSpPr>
        <p:spPr>
          <a:xfrm>
            <a:off x="6772636" y="3923609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2% = 4.8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8D7B9A-D76B-42AA-BD7A-1E5C1D1E7A2C}"/>
              </a:ext>
            </a:extLst>
          </p:cNvPr>
          <p:cNvSpPr txBox="1"/>
          <p:nvPr/>
        </p:nvSpPr>
        <p:spPr>
          <a:xfrm>
            <a:off x="6693806" y="4428259"/>
            <a:ext cx="23460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12% = 24 + 4.8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D6F39D-4425-463D-AD9A-84D3678ED5F4}"/>
              </a:ext>
            </a:extLst>
          </p:cNvPr>
          <p:cNvSpPr txBox="1"/>
          <p:nvPr/>
        </p:nvSpPr>
        <p:spPr>
          <a:xfrm>
            <a:off x="8667605" y="4428258"/>
            <a:ext cx="13472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£28.8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DCEB19-50CB-4F73-857C-0174D7BC43E8}"/>
              </a:ext>
            </a:extLst>
          </p:cNvPr>
          <p:cNvSpPr txBox="1"/>
          <p:nvPr/>
        </p:nvSpPr>
        <p:spPr>
          <a:xfrm>
            <a:off x="6445824" y="4808676"/>
            <a:ext cx="52091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Step 2: Subtract £28.80 from £240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A4B60D-C4FA-40B0-A436-079AB8A23750}"/>
              </a:ext>
            </a:extLst>
          </p:cNvPr>
          <p:cNvSpPr txBox="1"/>
          <p:nvPr/>
        </p:nvSpPr>
        <p:spPr>
          <a:xfrm>
            <a:off x="6750771" y="5271953"/>
            <a:ext cx="3844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£240 – £28.80 = £211.20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D8A3F0-627E-4DEF-9D45-AF76538DDBF6}"/>
              </a:ext>
            </a:extLst>
          </p:cNvPr>
          <p:cNvSpPr txBox="1"/>
          <p:nvPr/>
        </p:nvSpPr>
        <p:spPr>
          <a:xfrm>
            <a:off x="7500395" y="-1"/>
            <a:ext cx="4691605" cy="72238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odern Love" panose="04090805081005020601" pitchFamily="82" charset="0"/>
              </a:rPr>
              <a:t>Non-Calculator</a:t>
            </a:r>
          </a:p>
        </p:txBody>
      </p:sp>
    </p:spTree>
    <p:extLst>
      <p:ext uri="{BB962C8B-B14F-4D97-AF65-F5344CB8AC3E}">
        <p14:creationId xmlns:p14="http://schemas.microsoft.com/office/powerpoint/2010/main" val="256400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0" grpId="0" animBg="1"/>
      <p:bldP spid="11" grpId="0"/>
      <p:bldP spid="13" grpId="0" animBg="1"/>
      <p:bldP spid="14" grpId="0"/>
      <p:bldP spid="15" grpId="0"/>
      <p:bldP spid="16" grpId="0"/>
      <p:bldP spid="17" grpId="0"/>
      <p:bldP spid="18" grpId="0"/>
      <p:bldP spid="19" grpId="0" animBg="1"/>
      <p:bldP spid="20" grpId="0"/>
      <p:bldP spid="21" grpId="0"/>
      <p:bldP spid="23" grpId="0" animBg="1"/>
      <p:bldP spid="24" grpId="0"/>
      <p:bldP spid="26" grpId="0" animBg="1"/>
      <p:bldP spid="27" grpId="0"/>
      <p:bldP spid="28" grpId="0"/>
      <p:bldP spid="29" grpId="0"/>
      <p:bldP spid="30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6989B6-884F-4395-8642-E5D7E67A374E}"/>
              </a:ext>
            </a:extLst>
          </p:cNvPr>
          <p:cNvSpPr txBox="1"/>
          <p:nvPr/>
        </p:nvSpPr>
        <p:spPr>
          <a:xfrm>
            <a:off x="1597572" y="1933902"/>
            <a:ext cx="8996855" cy="1323439"/>
          </a:xfrm>
          <a:custGeom>
            <a:avLst/>
            <a:gdLst>
              <a:gd name="csX0" fmla="*/ 0 w 8996855"/>
              <a:gd name="csY0" fmla="*/ 0 h 1323439"/>
              <a:gd name="csX1" fmla="*/ 419853 w 8996855"/>
              <a:gd name="csY1" fmla="*/ 0 h 1323439"/>
              <a:gd name="csX2" fmla="*/ 839706 w 8996855"/>
              <a:gd name="csY2" fmla="*/ 0 h 1323439"/>
              <a:gd name="csX3" fmla="*/ 1529465 w 8996855"/>
              <a:gd name="csY3" fmla="*/ 0 h 1323439"/>
              <a:gd name="csX4" fmla="*/ 1949319 w 8996855"/>
              <a:gd name="csY4" fmla="*/ 0 h 1323439"/>
              <a:gd name="csX5" fmla="*/ 2459140 w 8996855"/>
              <a:gd name="csY5" fmla="*/ 0 h 1323439"/>
              <a:gd name="csX6" fmla="*/ 2789025 w 8996855"/>
              <a:gd name="csY6" fmla="*/ 0 h 1323439"/>
              <a:gd name="csX7" fmla="*/ 3478784 w 8996855"/>
              <a:gd name="csY7" fmla="*/ 0 h 1323439"/>
              <a:gd name="csX8" fmla="*/ 4168543 w 8996855"/>
              <a:gd name="csY8" fmla="*/ 0 h 1323439"/>
              <a:gd name="csX9" fmla="*/ 4498428 w 8996855"/>
              <a:gd name="csY9" fmla="*/ 0 h 1323439"/>
              <a:gd name="csX10" fmla="*/ 5188186 w 8996855"/>
              <a:gd name="csY10" fmla="*/ 0 h 1323439"/>
              <a:gd name="csX11" fmla="*/ 5518071 w 8996855"/>
              <a:gd name="csY11" fmla="*/ 0 h 1323439"/>
              <a:gd name="csX12" fmla="*/ 6207830 w 8996855"/>
              <a:gd name="csY12" fmla="*/ 0 h 1323439"/>
              <a:gd name="csX13" fmla="*/ 6717652 w 8996855"/>
              <a:gd name="csY13" fmla="*/ 0 h 1323439"/>
              <a:gd name="csX14" fmla="*/ 7227474 w 8996855"/>
              <a:gd name="csY14" fmla="*/ 0 h 1323439"/>
              <a:gd name="csX15" fmla="*/ 7827264 w 8996855"/>
              <a:gd name="csY15" fmla="*/ 0 h 1323439"/>
              <a:gd name="csX16" fmla="*/ 8427054 w 8996855"/>
              <a:gd name="csY16" fmla="*/ 0 h 1323439"/>
              <a:gd name="csX17" fmla="*/ 8996855 w 8996855"/>
              <a:gd name="csY17" fmla="*/ 0 h 1323439"/>
              <a:gd name="csX18" fmla="*/ 8996855 w 8996855"/>
              <a:gd name="csY18" fmla="*/ 427912 h 1323439"/>
              <a:gd name="csX19" fmla="*/ 8996855 w 8996855"/>
              <a:gd name="csY19" fmla="*/ 829355 h 1323439"/>
              <a:gd name="csX20" fmla="*/ 8996855 w 8996855"/>
              <a:gd name="csY20" fmla="*/ 1323439 h 1323439"/>
              <a:gd name="csX21" fmla="*/ 8307096 w 8996855"/>
              <a:gd name="csY21" fmla="*/ 1323439 h 1323439"/>
              <a:gd name="csX22" fmla="*/ 7707306 w 8996855"/>
              <a:gd name="csY22" fmla="*/ 1323439 h 1323439"/>
              <a:gd name="csX23" fmla="*/ 7017547 w 8996855"/>
              <a:gd name="csY23" fmla="*/ 1323439 h 1323439"/>
              <a:gd name="csX24" fmla="*/ 6687662 w 8996855"/>
              <a:gd name="csY24" fmla="*/ 1323439 h 1323439"/>
              <a:gd name="csX25" fmla="*/ 6087872 w 8996855"/>
              <a:gd name="csY25" fmla="*/ 1323439 h 1323439"/>
              <a:gd name="csX26" fmla="*/ 5308144 w 8996855"/>
              <a:gd name="csY26" fmla="*/ 1323439 h 1323439"/>
              <a:gd name="csX27" fmla="*/ 4708354 w 8996855"/>
              <a:gd name="csY27" fmla="*/ 1323439 h 1323439"/>
              <a:gd name="csX28" fmla="*/ 3928627 w 8996855"/>
              <a:gd name="csY28" fmla="*/ 1323439 h 1323439"/>
              <a:gd name="csX29" fmla="*/ 3238868 w 8996855"/>
              <a:gd name="csY29" fmla="*/ 1323439 h 1323439"/>
              <a:gd name="csX30" fmla="*/ 2729046 w 8996855"/>
              <a:gd name="csY30" fmla="*/ 1323439 h 1323439"/>
              <a:gd name="csX31" fmla="*/ 2129256 w 8996855"/>
              <a:gd name="csY31" fmla="*/ 1323439 h 1323439"/>
              <a:gd name="csX32" fmla="*/ 1619434 w 8996855"/>
              <a:gd name="csY32" fmla="*/ 1323439 h 1323439"/>
              <a:gd name="csX33" fmla="*/ 929675 w 8996855"/>
              <a:gd name="csY33" fmla="*/ 1323439 h 1323439"/>
              <a:gd name="csX34" fmla="*/ 599790 w 8996855"/>
              <a:gd name="csY34" fmla="*/ 1323439 h 1323439"/>
              <a:gd name="csX35" fmla="*/ 0 w 8996855"/>
              <a:gd name="csY35" fmla="*/ 1323439 h 1323439"/>
              <a:gd name="csX36" fmla="*/ 0 w 8996855"/>
              <a:gd name="csY36" fmla="*/ 869058 h 1323439"/>
              <a:gd name="csX37" fmla="*/ 0 w 8996855"/>
              <a:gd name="csY37" fmla="*/ 454381 h 1323439"/>
              <a:gd name="csX38" fmla="*/ 0 w 8996855"/>
              <a:gd name="csY38" fmla="*/ 0 h 13234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8996855" h="1323439" fill="none" extrusionOk="0">
                <a:moveTo>
                  <a:pt x="0" y="0"/>
                </a:moveTo>
                <a:cubicBezTo>
                  <a:pt x="178023" y="-5294"/>
                  <a:pt x="323512" y="11845"/>
                  <a:pt x="419853" y="0"/>
                </a:cubicBezTo>
                <a:cubicBezTo>
                  <a:pt x="516194" y="-11845"/>
                  <a:pt x="649339" y="19922"/>
                  <a:pt x="839706" y="0"/>
                </a:cubicBezTo>
                <a:cubicBezTo>
                  <a:pt x="1030073" y="-19922"/>
                  <a:pt x="1253220" y="15358"/>
                  <a:pt x="1529465" y="0"/>
                </a:cubicBezTo>
                <a:cubicBezTo>
                  <a:pt x="1805710" y="-15358"/>
                  <a:pt x="1806827" y="32551"/>
                  <a:pt x="1949319" y="0"/>
                </a:cubicBezTo>
                <a:cubicBezTo>
                  <a:pt x="2091811" y="-32551"/>
                  <a:pt x="2262897" y="31379"/>
                  <a:pt x="2459140" y="0"/>
                </a:cubicBezTo>
                <a:cubicBezTo>
                  <a:pt x="2655383" y="-31379"/>
                  <a:pt x="2671929" y="25139"/>
                  <a:pt x="2789025" y="0"/>
                </a:cubicBezTo>
                <a:cubicBezTo>
                  <a:pt x="2906122" y="-25139"/>
                  <a:pt x="3242604" y="81487"/>
                  <a:pt x="3478784" y="0"/>
                </a:cubicBezTo>
                <a:cubicBezTo>
                  <a:pt x="3714964" y="-81487"/>
                  <a:pt x="3891297" y="51042"/>
                  <a:pt x="4168543" y="0"/>
                </a:cubicBezTo>
                <a:cubicBezTo>
                  <a:pt x="4445789" y="-51042"/>
                  <a:pt x="4338988" y="28437"/>
                  <a:pt x="4498428" y="0"/>
                </a:cubicBezTo>
                <a:cubicBezTo>
                  <a:pt x="4657868" y="-28437"/>
                  <a:pt x="4893942" y="66334"/>
                  <a:pt x="5188186" y="0"/>
                </a:cubicBezTo>
                <a:cubicBezTo>
                  <a:pt x="5482430" y="-66334"/>
                  <a:pt x="5410319" y="30138"/>
                  <a:pt x="5518071" y="0"/>
                </a:cubicBezTo>
                <a:cubicBezTo>
                  <a:pt x="5625823" y="-30138"/>
                  <a:pt x="6031290" y="16771"/>
                  <a:pt x="6207830" y="0"/>
                </a:cubicBezTo>
                <a:cubicBezTo>
                  <a:pt x="6384370" y="-16771"/>
                  <a:pt x="6468370" y="36045"/>
                  <a:pt x="6717652" y="0"/>
                </a:cubicBezTo>
                <a:cubicBezTo>
                  <a:pt x="6966934" y="-36045"/>
                  <a:pt x="7050903" y="47710"/>
                  <a:pt x="7227474" y="0"/>
                </a:cubicBezTo>
                <a:cubicBezTo>
                  <a:pt x="7404045" y="-47710"/>
                  <a:pt x="7615626" y="1737"/>
                  <a:pt x="7827264" y="0"/>
                </a:cubicBezTo>
                <a:cubicBezTo>
                  <a:pt x="8038902" y="-1737"/>
                  <a:pt x="8268648" y="40958"/>
                  <a:pt x="8427054" y="0"/>
                </a:cubicBezTo>
                <a:cubicBezTo>
                  <a:pt x="8585460" y="-40958"/>
                  <a:pt x="8742752" y="1005"/>
                  <a:pt x="8996855" y="0"/>
                </a:cubicBezTo>
                <a:cubicBezTo>
                  <a:pt x="9014089" y="109176"/>
                  <a:pt x="8991238" y="306983"/>
                  <a:pt x="8996855" y="427912"/>
                </a:cubicBezTo>
                <a:cubicBezTo>
                  <a:pt x="9002472" y="548841"/>
                  <a:pt x="8986423" y="732351"/>
                  <a:pt x="8996855" y="829355"/>
                </a:cubicBezTo>
                <a:cubicBezTo>
                  <a:pt x="9007287" y="926359"/>
                  <a:pt x="8964901" y="1211185"/>
                  <a:pt x="8996855" y="1323439"/>
                </a:cubicBezTo>
                <a:cubicBezTo>
                  <a:pt x="8811085" y="1341626"/>
                  <a:pt x="8604496" y="1297446"/>
                  <a:pt x="8307096" y="1323439"/>
                </a:cubicBezTo>
                <a:cubicBezTo>
                  <a:pt x="8009696" y="1349432"/>
                  <a:pt x="7909478" y="1263619"/>
                  <a:pt x="7707306" y="1323439"/>
                </a:cubicBezTo>
                <a:cubicBezTo>
                  <a:pt x="7505134" y="1383259"/>
                  <a:pt x="7163141" y="1253950"/>
                  <a:pt x="7017547" y="1323439"/>
                </a:cubicBezTo>
                <a:cubicBezTo>
                  <a:pt x="6871953" y="1392928"/>
                  <a:pt x="6794312" y="1285378"/>
                  <a:pt x="6687662" y="1323439"/>
                </a:cubicBezTo>
                <a:cubicBezTo>
                  <a:pt x="6581013" y="1361500"/>
                  <a:pt x="6374610" y="1309414"/>
                  <a:pt x="6087872" y="1323439"/>
                </a:cubicBezTo>
                <a:cubicBezTo>
                  <a:pt x="5801134" y="1337464"/>
                  <a:pt x="5547229" y="1309383"/>
                  <a:pt x="5308144" y="1323439"/>
                </a:cubicBezTo>
                <a:cubicBezTo>
                  <a:pt x="5069059" y="1337495"/>
                  <a:pt x="4991610" y="1294052"/>
                  <a:pt x="4708354" y="1323439"/>
                </a:cubicBezTo>
                <a:cubicBezTo>
                  <a:pt x="4425098" y="1352826"/>
                  <a:pt x="4129472" y="1255346"/>
                  <a:pt x="3928627" y="1323439"/>
                </a:cubicBezTo>
                <a:cubicBezTo>
                  <a:pt x="3727782" y="1391532"/>
                  <a:pt x="3402269" y="1294643"/>
                  <a:pt x="3238868" y="1323439"/>
                </a:cubicBezTo>
                <a:cubicBezTo>
                  <a:pt x="3075467" y="1352235"/>
                  <a:pt x="2879549" y="1292605"/>
                  <a:pt x="2729046" y="1323439"/>
                </a:cubicBezTo>
                <a:cubicBezTo>
                  <a:pt x="2578543" y="1354273"/>
                  <a:pt x="2404128" y="1322061"/>
                  <a:pt x="2129256" y="1323439"/>
                </a:cubicBezTo>
                <a:cubicBezTo>
                  <a:pt x="1854384" y="1324817"/>
                  <a:pt x="1860244" y="1280920"/>
                  <a:pt x="1619434" y="1323439"/>
                </a:cubicBezTo>
                <a:cubicBezTo>
                  <a:pt x="1378624" y="1365958"/>
                  <a:pt x="1229933" y="1244138"/>
                  <a:pt x="929675" y="1323439"/>
                </a:cubicBezTo>
                <a:cubicBezTo>
                  <a:pt x="629417" y="1402740"/>
                  <a:pt x="691969" y="1317764"/>
                  <a:pt x="599790" y="1323439"/>
                </a:cubicBezTo>
                <a:cubicBezTo>
                  <a:pt x="507612" y="1329114"/>
                  <a:pt x="296005" y="1259417"/>
                  <a:pt x="0" y="1323439"/>
                </a:cubicBezTo>
                <a:cubicBezTo>
                  <a:pt x="-30370" y="1127002"/>
                  <a:pt x="11327" y="1017715"/>
                  <a:pt x="0" y="869058"/>
                </a:cubicBezTo>
                <a:cubicBezTo>
                  <a:pt x="-11327" y="720401"/>
                  <a:pt x="46479" y="579808"/>
                  <a:pt x="0" y="454381"/>
                </a:cubicBezTo>
                <a:cubicBezTo>
                  <a:pt x="-46479" y="328954"/>
                  <a:pt x="8873" y="132828"/>
                  <a:pt x="0" y="0"/>
                </a:cubicBezTo>
                <a:close/>
              </a:path>
              <a:path w="8996855" h="1323439" stroke="0" extrusionOk="0">
                <a:moveTo>
                  <a:pt x="0" y="0"/>
                </a:moveTo>
                <a:cubicBezTo>
                  <a:pt x="298905" y="-25719"/>
                  <a:pt x="456466" y="46719"/>
                  <a:pt x="599790" y="0"/>
                </a:cubicBezTo>
                <a:cubicBezTo>
                  <a:pt x="743114" y="-46719"/>
                  <a:pt x="1124818" y="69362"/>
                  <a:pt x="1289549" y="0"/>
                </a:cubicBezTo>
                <a:cubicBezTo>
                  <a:pt x="1454280" y="-69362"/>
                  <a:pt x="1804110" y="35112"/>
                  <a:pt x="2069277" y="0"/>
                </a:cubicBezTo>
                <a:cubicBezTo>
                  <a:pt x="2334444" y="-35112"/>
                  <a:pt x="2313378" y="28771"/>
                  <a:pt x="2399161" y="0"/>
                </a:cubicBezTo>
                <a:cubicBezTo>
                  <a:pt x="2484944" y="-28771"/>
                  <a:pt x="2630553" y="7062"/>
                  <a:pt x="2729046" y="0"/>
                </a:cubicBezTo>
                <a:cubicBezTo>
                  <a:pt x="2827540" y="-7062"/>
                  <a:pt x="3109420" y="19240"/>
                  <a:pt x="3418805" y="0"/>
                </a:cubicBezTo>
                <a:cubicBezTo>
                  <a:pt x="3728190" y="-19240"/>
                  <a:pt x="3660428" y="12935"/>
                  <a:pt x="3748690" y="0"/>
                </a:cubicBezTo>
                <a:cubicBezTo>
                  <a:pt x="3836953" y="-12935"/>
                  <a:pt x="4188703" y="67119"/>
                  <a:pt x="4528417" y="0"/>
                </a:cubicBezTo>
                <a:cubicBezTo>
                  <a:pt x="4868131" y="-67119"/>
                  <a:pt x="4804444" y="17118"/>
                  <a:pt x="4948270" y="0"/>
                </a:cubicBezTo>
                <a:cubicBezTo>
                  <a:pt x="5092096" y="-17118"/>
                  <a:pt x="5384085" y="73534"/>
                  <a:pt x="5727998" y="0"/>
                </a:cubicBezTo>
                <a:cubicBezTo>
                  <a:pt x="6071911" y="-73534"/>
                  <a:pt x="6029755" y="34749"/>
                  <a:pt x="6147851" y="0"/>
                </a:cubicBezTo>
                <a:cubicBezTo>
                  <a:pt x="6265947" y="-34749"/>
                  <a:pt x="6482657" y="49800"/>
                  <a:pt x="6567704" y="0"/>
                </a:cubicBezTo>
                <a:cubicBezTo>
                  <a:pt x="6652751" y="-49800"/>
                  <a:pt x="6792107" y="37781"/>
                  <a:pt x="6987557" y="0"/>
                </a:cubicBezTo>
                <a:cubicBezTo>
                  <a:pt x="7183007" y="-37781"/>
                  <a:pt x="7336795" y="17930"/>
                  <a:pt x="7497379" y="0"/>
                </a:cubicBezTo>
                <a:cubicBezTo>
                  <a:pt x="7657963" y="-17930"/>
                  <a:pt x="7849185" y="57425"/>
                  <a:pt x="8007201" y="0"/>
                </a:cubicBezTo>
                <a:cubicBezTo>
                  <a:pt x="8165217" y="-57425"/>
                  <a:pt x="8734808" y="56210"/>
                  <a:pt x="8996855" y="0"/>
                </a:cubicBezTo>
                <a:cubicBezTo>
                  <a:pt x="9027763" y="95048"/>
                  <a:pt x="8953635" y="351600"/>
                  <a:pt x="8996855" y="467615"/>
                </a:cubicBezTo>
                <a:cubicBezTo>
                  <a:pt x="9040075" y="583631"/>
                  <a:pt x="8951008" y="689635"/>
                  <a:pt x="8996855" y="908761"/>
                </a:cubicBezTo>
                <a:cubicBezTo>
                  <a:pt x="9042702" y="1127887"/>
                  <a:pt x="8985085" y="1171011"/>
                  <a:pt x="8996855" y="1323439"/>
                </a:cubicBezTo>
                <a:cubicBezTo>
                  <a:pt x="8779671" y="1331286"/>
                  <a:pt x="8648811" y="1274604"/>
                  <a:pt x="8487033" y="1323439"/>
                </a:cubicBezTo>
                <a:cubicBezTo>
                  <a:pt x="8325255" y="1372274"/>
                  <a:pt x="7966825" y="1266760"/>
                  <a:pt x="7797274" y="1323439"/>
                </a:cubicBezTo>
                <a:cubicBezTo>
                  <a:pt x="7627723" y="1380118"/>
                  <a:pt x="7480795" y="1285440"/>
                  <a:pt x="7377421" y="1323439"/>
                </a:cubicBezTo>
                <a:cubicBezTo>
                  <a:pt x="7274047" y="1361438"/>
                  <a:pt x="6919293" y="1302611"/>
                  <a:pt x="6597694" y="1323439"/>
                </a:cubicBezTo>
                <a:cubicBezTo>
                  <a:pt x="6276095" y="1344267"/>
                  <a:pt x="6216557" y="1289815"/>
                  <a:pt x="6087872" y="1323439"/>
                </a:cubicBezTo>
                <a:cubicBezTo>
                  <a:pt x="5959187" y="1357063"/>
                  <a:pt x="5673224" y="1296895"/>
                  <a:pt x="5308144" y="1323439"/>
                </a:cubicBezTo>
                <a:cubicBezTo>
                  <a:pt x="4943064" y="1349983"/>
                  <a:pt x="4984934" y="1298417"/>
                  <a:pt x="4888291" y="1323439"/>
                </a:cubicBezTo>
                <a:cubicBezTo>
                  <a:pt x="4791648" y="1348461"/>
                  <a:pt x="4722638" y="1318724"/>
                  <a:pt x="4558407" y="1323439"/>
                </a:cubicBezTo>
                <a:cubicBezTo>
                  <a:pt x="4394176" y="1328154"/>
                  <a:pt x="4104578" y="1252967"/>
                  <a:pt x="3778679" y="1323439"/>
                </a:cubicBezTo>
                <a:cubicBezTo>
                  <a:pt x="3452780" y="1393911"/>
                  <a:pt x="3369812" y="1259295"/>
                  <a:pt x="2998952" y="1323439"/>
                </a:cubicBezTo>
                <a:cubicBezTo>
                  <a:pt x="2628092" y="1387583"/>
                  <a:pt x="2715177" y="1280372"/>
                  <a:pt x="2579098" y="1323439"/>
                </a:cubicBezTo>
                <a:cubicBezTo>
                  <a:pt x="2443019" y="1366506"/>
                  <a:pt x="2272641" y="1283393"/>
                  <a:pt x="2159245" y="1323439"/>
                </a:cubicBezTo>
                <a:cubicBezTo>
                  <a:pt x="2045849" y="1363485"/>
                  <a:pt x="1833785" y="1296968"/>
                  <a:pt x="1559455" y="1323439"/>
                </a:cubicBezTo>
                <a:cubicBezTo>
                  <a:pt x="1285125" y="1349910"/>
                  <a:pt x="1076007" y="1294962"/>
                  <a:pt x="869696" y="1323439"/>
                </a:cubicBezTo>
                <a:cubicBezTo>
                  <a:pt x="663385" y="1351916"/>
                  <a:pt x="274936" y="1295463"/>
                  <a:pt x="0" y="1323439"/>
                </a:cubicBezTo>
                <a:cubicBezTo>
                  <a:pt x="-875" y="1140965"/>
                  <a:pt x="22656" y="1035548"/>
                  <a:pt x="0" y="908761"/>
                </a:cubicBezTo>
                <a:cubicBezTo>
                  <a:pt x="-22656" y="781974"/>
                  <a:pt x="31181" y="673373"/>
                  <a:pt x="0" y="467615"/>
                </a:cubicBezTo>
                <a:cubicBezTo>
                  <a:pt x="-31181" y="261857"/>
                  <a:pt x="42037" y="135821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05011902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0" dirty="0">
                <a:latin typeface="Modern Love" panose="04090805081005020601" pitchFamily="82" charset="0"/>
              </a:rPr>
              <a:t>VAT and Interest </a:t>
            </a:r>
          </a:p>
        </p:txBody>
      </p:sp>
    </p:spTree>
    <p:extLst>
      <p:ext uri="{BB962C8B-B14F-4D97-AF65-F5344CB8AC3E}">
        <p14:creationId xmlns:p14="http://schemas.microsoft.com/office/powerpoint/2010/main" val="3309776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A2D155-D67A-4A96-B194-F5C6E56AF799}"/>
              </a:ext>
            </a:extLst>
          </p:cNvPr>
          <p:cNvSpPr txBox="1"/>
          <p:nvPr/>
        </p:nvSpPr>
        <p:spPr>
          <a:xfrm>
            <a:off x="546602" y="190102"/>
            <a:ext cx="5269391" cy="8617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5000" dirty="0">
                <a:latin typeface="Modern Love" panose="04090805081005020601" pitchFamily="82" charset="0"/>
              </a:rPr>
              <a:t>What is interest?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AB5D6-2223-4CAA-81A4-8E882C27CF2A}"/>
              </a:ext>
            </a:extLst>
          </p:cNvPr>
          <p:cNvSpPr txBox="1"/>
          <p:nvPr/>
        </p:nvSpPr>
        <p:spPr>
          <a:xfrm>
            <a:off x="448632" y="1078897"/>
            <a:ext cx="559475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b="1" i="0" dirty="0">
                <a:solidFill>
                  <a:srgbClr val="231F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Interest</a:t>
            </a:r>
            <a:r>
              <a:rPr lang="en-GB" sz="2200" b="0" i="0" dirty="0">
                <a:solidFill>
                  <a:srgbClr val="231F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is money that is paid regularly at a particular percentage, usually when money has been lent or borrowed. 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D21FC6-E5EB-4857-B721-6433D3D20319}"/>
              </a:ext>
            </a:extLst>
          </p:cNvPr>
          <p:cNvSpPr txBox="1"/>
          <p:nvPr/>
        </p:nvSpPr>
        <p:spPr>
          <a:xfrm>
            <a:off x="448632" y="2371653"/>
            <a:ext cx="612300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b="0" i="0" dirty="0">
                <a:solidFill>
                  <a:srgbClr val="231F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example, a bank will give its customers interest to reward them for banking </a:t>
            </a:r>
            <a:r>
              <a:rPr lang="en-GB" sz="22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them or </a:t>
            </a:r>
            <a:r>
              <a:rPr lang="en-GB" sz="2200" b="0" i="0" dirty="0">
                <a:solidFill>
                  <a:srgbClr val="231F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saving money with them, but it will also charge interest to anyone who has borrowed money from them.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202801-C074-418A-BAA1-E990CFE2AA8B}"/>
              </a:ext>
            </a:extLst>
          </p:cNvPr>
          <p:cNvSpPr txBox="1"/>
          <p:nvPr/>
        </p:nvSpPr>
        <p:spPr>
          <a:xfrm>
            <a:off x="6966740" y="218637"/>
            <a:ext cx="4020781" cy="8617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5000" dirty="0">
                <a:latin typeface="Modern Love" panose="04090805081005020601" pitchFamily="82" charset="0"/>
              </a:rPr>
              <a:t>What is VAT?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8384E1-7AEF-4E55-9F9D-FDC33C6839EC}"/>
              </a:ext>
            </a:extLst>
          </p:cNvPr>
          <p:cNvSpPr txBox="1"/>
          <p:nvPr/>
        </p:nvSpPr>
        <p:spPr>
          <a:xfrm>
            <a:off x="6870851" y="1051876"/>
            <a:ext cx="42768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b="1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VAT </a:t>
            </a:r>
            <a:r>
              <a:rPr lang="en-GB" sz="22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stands for value added tax. 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CE09E0-E0F9-4255-80F8-A9EFC80701C0}"/>
              </a:ext>
            </a:extLst>
          </p:cNvPr>
          <p:cNvSpPr txBox="1"/>
          <p:nvPr/>
        </p:nvSpPr>
        <p:spPr>
          <a:xfrm>
            <a:off x="6870851" y="1552799"/>
            <a:ext cx="42768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the tax you have to pay when you buy goods or services.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3C5986-F8B0-4501-B8E1-07C695EA2FE3}"/>
              </a:ext>
            </a:extLst>
          </p:cNvPr>
          <p:cNvSpPr txBox="1"/>
          <p:nvPr/>
        </p:nvSpPr>
        <p:spPr>
          <a:xfrm>
            <a:off x="6731803" y="2508185"/>
            <a:ext cx="47047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standard rate of VAT in the UK is 20%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B091D7-BB9A-427D-A823-D6F64365301F}"/>
              </a:ext>
            </a:extLst>
          </p:cNvPr>
          <p:cNvSpPr txBox="1"/>
          <p:nvPr/>
        </p:nvSpPr>
        <p:spPr>
          <a:xfrm>
            <a:off x="735914" y="4341517"/>
            <a:ext cx="5548442" cy="8617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5000" dirty="0">
                <a:latin typeface="Modern Love" panose="04090805081005020601" pitchFamily="82" charset="0"/>
              </a:rPr>
              <a:t>What is a deposit?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D89568-5E0F-4FDC-91ED-D9C492527B75}"/>
              </a:ext>
            </a:extLst>
          </p:cNvPr>
          <p:cNvSpPr txBox="1"/>
          <p:nvPr/>
        </p:nvSpPr>
        <p:spPr>
          <a:xfrm>
            <a:off x="311664" y="5203291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amount payable as a first instalment on the purchase of something or as a pledge for a contract.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98CCBC-FD03-42D5-B0A6-68ACD3C5192B}"/>
              </a:ext>
            </a:extLst>
          </p:cNvPr>
          <p:cNvSpPr txBox="1"/>
          <p:nvPr/>
        </p:nvSpPr>
        <p:spPr>
          <a:xfrm>
            <a:off x="448632" y="629312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balance is payable later.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90" name="Picture 2" descr="Add Bank Account Stock Illustrations – 1,043 Add Bank Account Stock  Illustrations, Vectors &amp; Clipart - Dreamstime">
            <a:extLst>
              <a:ext uri="{FF2B5EF4-FFF2-40B4-BE49-F238E27FC236}">
                <a16:creationId xmlns:a16="http://schemas.microsoft.com/office/drawing/2014/main" id="{E0286854-A7B8-4333-814D-B59ADFFDA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53" b="4715"/>
          <a:stretch/>
        </p:blipFill>
        <p:spPr bwMode="auto">
          <a:xfrm>
            <a:off x="7594749" y="3429000"/>
            <a:ext cx="3156886" cy="252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20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9" grpId="0"/>
      <p:bldP spid="10" grpId="0" animBg="1"/>
      <p:bldP spid="11" grpId="0"/>
      <p:bldP spid="12" grpId="0"/>
      <p:bldP spid="14" grpId="0"/>
      <p:bldP spid="15" grpId="0" animBg="1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43008A-5042-4131-91F1-9DD3315DB3AE}"/>
              </a:ext>
            </a:extLst>
          </p:cNvPr>
          <p:cNvSpPr txBox="1"/>
          <p:nvPr/>
        </p:nvSpPr>
        <p:spPr>
          <a:xfrm>
            <a:off x="567673" y="409724"/>
            <a:ext cx="5427621" cy="2400657"/>
          </a:xfrm>
          <a:custGeom>
            <a:avLst/>
            <a:gdLst>
              <a:gd name="csX0" fmla="*/ 0 w 5427621"/>
              <a:gd name="csY0" fmla="*/ 0 h 2400657"/>
              <a:gd name="csX1" fmla="*/ 434210 w 5427621"/>
              <a:gd name="csY1" fmla="*/ 0 h 2400657"/>
              <a:gd name="csX2" fmla="*/ 868419 w 5427621"/>
              <a:gd name="csY2" fmla="*/ 0 h 2400657"/>
              <a:gd name="csX3" fmla="*/ 1411181 w 5427621"/>
              <a:gd name="csY3" fmla="*/ 0 h 2400657"/>
              <a:gd name="csX4" fmla="*/ 2008220 w 5427621"/>
              <a:gd name="csY4" fmla="*/ 0 h 2400657"/>
              <a:gd name="csX5" fmla="*/ 2659534 w 5427621"/>
              <a:gd name="csY5" fmla="*/ 0 h 2400657"/>
              <a:gd name="csX6" fmla="*/ 3202296 w 5427621"/>
              <a:gd name="csY6" fmla="*/ 0 h 2400657"/>
              <a:gd name="csX7" fmla="*/ 3853611 w 5427621"/>
              <a:gd name="csY7" fmla="*/ 0 h 2400657"/>
              <a:gd name="csX8" fmla="*/ 4504925 w 5427621"/>
              <a:gd name="csY8" fmla="*/ 0 h 2400657"/>
              <a:gd name="csX9" fmla="*/ 5427621 w 5427621"/>
              <a:gd name="csY9" fmla="*/ 0 h 2400657"/>
              <a:gd name="csX10" fmla="*/ 5427621 w 5427621"/>
              <a:gd name="csY10" fmla="*/ 504138 h 2400657"/>
              <a:gd name="csX11" fmla="*/ 5427621 w 5427621"/>
              <a:gd name="csY11" fmla="*/ 984269 h 2400657"/>
              <a:gd name="csX12" fmla="*/ 5427621 w 5427621"/>
              <a:gd name="csY12" fmla="*/ 1512414 h 2400657"/>
              <a:gd name="csX13" fmla="*/ 5427621 w 5427621"/>
              <a:gd name="csY13" fmla="*/ 2400657 h 2400657"/>
              <a:gd name="csX14" fmla="*/ 4993411 w 5427621"/>
              <a:gd name="csY14" fmla="*/ 2400657 h 2400657"/>
              <a:gd name="csX15" fmla="*/ 4504925 w 5427621"/>
              <a:gd name="csY15" fmla="*/ 2400657 h 2400657"/>
              <a:gd name="csX16" fmla="*/ 3962163 w 5427621"/>
              <a:gd name="csY16" fmla="*/ 2400657 h 2400657"/>
              <a:gd name="csX17" fmla="*/ 3365125 w 5427621"/>
              <a:gd name="csY17" fmla="*/ 2400657 h 2400657"/>
              <a:gd name="csX18" fmla="*/ 2876639 w 5427621"/>
              <a:gd name="csY18" fmla="*/ 2400657 h 2400657"/>
              <a:gd name="csX19" fmla="*/ 2333877 w 5427621"/>
              <a:gd name="csY19" fmla="*/ 2400657 h 2400657"/>
              <a:gd name="csX20" fmla="*/ 1791115 w 5427621"/>
              <a:gd name="csY20" fmla="*/ 2400657 h 2400657"/>
              <a:gd name="csX21" fmla="*/ 1194077 w 5427621"/>
              <a:gd name="csY21" fmla="*/ 2400657 h 2400657"/>
              <a:gd name="csX22" fmla="*/ 759867 w 5427621"/>
              <a:gd name="csY22" fmla="*/ 2400657 h 2400657"/>
              <a:gd name="csX23" fmla="*/ 0 w 5427621"/>
              <a:gd name="csY23" fmla="*/ 2400657 h 2400657"/>
              <a:gd name="csX24" fmla="*/ 0 w 5427621"/>
              <a:gd name="csY24" fmla="*/ 1920526 h 2400657"/>
              <a:gd name="csX25" fmla="*/ 0 w 5427621"/>
              <a:gd name="csY25" fmla="*/ 1392381 h 2400657"/>
              <a:gd name="csX26" fmla="*/ 0 w 5427621"/>
              <a:gd name="csY26" fmla="*/ 960263 h 2400657"/>
              <a:gd name="csX27" fmla="*/ 0 w 5427621"/>
              <a:gd name="csY27" fmla="*/ 432118 h 2400657"/>
              <a:gd name="csX28" fmla="*/ 0 w 5427621"/>
              <a:gd name="csY28" fmla="*/ 0 h 2400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5427621" h="2400657" fill="none" extrusionOk="0">
                <a:moveTo>
                  <a:pt x="0" y="0"/>
                </a:moveTo>
                <a:cubicBezTo>
                  <a:pt x="98563" y="-39047"/>
                  <a:pt x="238461" y="46784"/>
                  <a:pt x="434210" y="0"/>
                </a:cubicBezTo>
                <a:cubicBezTo>
                  <a:pt x="629959" y="-46784"/>
                  <a:pt x="721769" y="51235"/>
                  <a:pt x="868419" y="0"/>
                </a:cubicBezTo>
                <a:cubicBezTo>
                  <a:pt x="1015069" y="-51235"/>
                  <a:pt x="1180828" y="46429"/>
                  <a:pt x="1411181" y="0"/>
                </a:cubicBezTo>
                <a:cubicBezTo>
                  <a:pt x="1641534" y="-46429"/>
                  <a:pt x="1755978" y="704"/>
                  <a:pt x="2008220" y="0"/>
                </a:cubicBezTo>
                <a:cubicBezTo>
                  <a:pt x="2260462" y="-704"/>
                  <a:pt x="2428536" y="18765"/>
                  <a:pt x="2659534" y="0"/>
                </a:cubicBezTo>
                <a:cubicBezTo>
                  <a:pt x="2890532" y="-18765"/>
                  <a:pt x="2982904" y="3523"/>
                  <a:pt x="3202296" y="0"/>
                </a:cubicBezTo>
                <a:cubicBezTo>
                  <a:pt x="3421688" y="-3523"/>
                  <a:pt x="3595847" y="6967"/>
                  <a:pt x="3853611" y="0"/>
                </a:cubicBezTo>
                <a:cubicBezTo>
                  <a:pt x="4111375" y="-6967"/>
                  <a:pt x="4340657" y="58019"/>
                  <a:pt x="4504925" y="0"/>
                </a:cubicBezTo>
                <a:cubicBezTo>
                  <a:pt x="4669193" y="-58019"/>
                  <a:pt x="5074986" y="90612"/>
                  <a:pt x="5427621" y="0"/>
                </a:cubicBezTo>
                <a:cubicBezTo>
                  <a:pt x="5469085" y="186144"/>
                  <a:pt x="5403132" y="372036"/>
                  <a:pt x="5427621" y="504138"/>
                </a:cubicBezTo>
                <a:cubicBezTo>
                  <a:pt x="5452110" y="636240"/>
                  <a:pt x="5425966" y="756909"/>
                  <a:pt x="5427621" y="984269"/>
                </a:cubicBezTo>
                <a:cubicBezTo>
                  <a:pt x="5429276" y="1211629"/>
                  <a:pt x="5400228" y="1302446"/>
                  <a:pt x="5427621" y="1512414"/>
                </a:cubicBezTo>
                <a:cubicBezTo>
                  <a:pt x="5455014" y="1722383"/>
                  <a:pt x="5422606" y="1989567"/>
                  <a:pt x="5427621" y="2400657"/>
                </a:cubicBezTo>
                <a:cubicBezTo>
                  <a:pt x="5249991" y="2401203"/>
                  <a:pt x="5207131" y="2352593"/>
                  <a:pt x="4993411" y="2400657"/>
                </a:cubicBezTo>
                <a:cubicBezTo>
                  <a:pt x="4779691" y="2448721"/>
                  <a:pt x="4606270" y="2399820"/>
                  <a:pt x="4504925" y="2400657"/>
                </a:cubicBezTo>
                <a:cubicBezTo>
                  <a:pt x="4403580" y="2401494"/>
                  <a:pt x="4104834" y="2341225"/>
                  <a:pt x="3962163" y="2400657"/>
                </a:cubicBezTo>
                <a:cubicBezTo>
                  <a:pt x="3819492" y="2460089"/>
                  <a:pt x="3503807" y="2376069"/>
                  <a:pt x="3365125" y="2400657"/>
                </a:cubicBezTo>
                <a:cubicBezTo>
                  <a:pt x="3226443" y="2425245"/>
                  <a:pt x="3109267" y="2383904"/>
                  <a:pt x="2876639" y="2400657"/>
                </a:cubicBezTo>
                <a:cubicBezTo>
                  <a:pt x="2644011" y="2417410"/>
                  <a:pt x="2446015" y="2388989"/>
                  <a:pt x="2333877" y="2400657"/>
                </a:cubicBezTo>
                <a:cubicBezTo>
                  <a:pt x="2221739" y="2412325"/>
                  <a:pt x="1955666" y="2335897"/>
                  <a:pt x="1791115" y="2400657"/>
                </a:cubicBezTo>
                <a:cubicBezTo>
                  <a:pt x="1626564" y="2465417"/>
                  <a:pt x="1379148" y="2379309"/>
                  <a:pt x="1194077" y="2400657"/>
                </a:cubicBezTo>
                <a:cubicBezTo>
                  <a:pt x="1009006" y="2422005"/>
                  <a:pt x="940342" y="2367996"/>
                  <a:pt x="759867" y="2400657"/>
                </a:cubicBezTo>
                <a:cubicBezTo>
                  <a:pt x="579392" y="2433318"/>
                  <a:pt x="225776" y="2329734"/>
                  <a:pt x="0" y="2400657"/>
                </a:cubicBezTo>
                <a:cubicBezTo>
                  <a:pt x="-51943" y="2290648"/>
                  <a:pt x="7728" y="2097911"/>
                  <a:pt x="0" y="1920526"/>
                </a:cubicBezTo>
                <a:cubicBezTo>
                  <a:pt x="-7728" y="1743141"/>
                  <a:pt x="29629" y="1621540"/>
                  <a:pt x="0" y="1392381"/>
                </a:cubicBezTo>
                <a:cubicBezTo>
                  <a:pt x="-29629" y="1163222"/>
                  <a:pt x="43711" y="1142815"/>
                  <a:pt x="0" y="960263"/>
                </a:cubicBezTo>
                <a:cubicBezTo>
                  <a:pt x="-43711" y="777711"/>
                  <a:pt x="50734" y="547339"/>
                  <a:pt x="0" y="432118"/>
                </a:cubicBezTo>
                <a:cubicBezTo>
                  <a:pt x="-50734" y="316897"/>
                  <a:pt x="31121" y="209441"/>
                  <a:pt x="0" y="0"/>
                </a:cubicBezTo>
                <a:close/>
              </a:path>
              <a:path w="5427621" h="2400657" stroke="0" extrusionOk="0">
                <a:moveTo>
                  <a:pt x="0" y="0"/>
                </a:moveTo>
                <a:cubicBezTo>
                  <a:pt x="177687" y="-26606"/>
                  <a:pt x="289211" y="10552"/>
                  <a:pt x="379933" y="0"/>
                </a:cubicBezTo>
                <a:cubicBezTo>
                  <a:pt x="470655" y="-10552"/>
                  <a:pt x="755760" y="2988"/>
                  <a:pt x="868419" y="0"/>
                </a:cubicBezTo>
                <a:cubicBezTo>
                  <a:pt x="981078" y="-2988"/>
                  <a:pt x="1241528" y="59578"/>
                  <a:pt x="1465458" y="0"/>
                </a:cubicBezTo>
                <a:cubicBezTo>
                  <a:pt x="1689388" y="-59578"/>
                  <a:pt x="1913657" y="12553"/>
                  <a:pt x="2062496" y="0"/>
                </a:cubicBezTo>
                <a:cubicBezTo>
                  <a:pt x="2211335" y="-12553"/>
                  <a:pt x="2376001" y="52200"/>
                  <a:pt x="2550982" y="0"/>
                </a:cubicBezTo>
                <a:cubicBezTo>
                  <a:pt x="2725963" y="-52200"/>
                  <a:pt x="2912390" y="15634"/>
                  <a:pt x="3039468" y="0"/>
                </a:cubicBezTo>
                <a:cubicBezTo>
                  <a:pt x="3166546" y="-15634"/>
                  <a:pt x="3354772" y="21035"/>
                  <a:pt x="3473677" y="0"/>
                </a:cubicBezTo>
                <a:cubicBezTo>
                  <a:pt x="3592582" y="-21035"/>
                  <a:pt x="3771854" y="14241"/>
                  <a:pt x="3907887" y="0"/>
                </a:cubicBezTo>
                <a:cubicBezTo>
                  <a:pt x="4043920" y="-14241"/>
                  <a:pt x="4182030" y="40740"/>
                  <a:pt x="4396373" y="0"/>
                </a:cubicBezTo>
                <a:cubicBezTo>
                  <a:pt x="4610716" y="-40740"/>
                  <a:pt x="4708425" y="32748"/>
                  <a:pt x="4884859" y="0"/>
                </a:cubicBezTo>
                <a:cubicBezTo>
                  <a:pt x="5061293" y="-32748"/>
                  <a:pt x="5159098" y="24506"/>
                  <a:pt x="5427621" y="0"/>
                </a:cubicBezTo>
                <a:cubicBezTo>
                  <a:pt x="5483563" y="187902"/>
                  <a:pt x="5409597" y="263687"/>
                  <a:pt x="5427621" y="504138"/>
                </a:cubicBezTo>
                <a:cubicBezTo>
                  <a:pt x="5445645" y="744589"/>
                  <a:pt x="5393073" y="913512"/>
                  <a:pt x="5427621" y="1032283"/>
                </a:cubicBezTo>
                <a:cubicBezTo>
                  <a:pt x="5462169" y="1151054"/>
                  <a:pt x="5381324" y="1309484"/>
                  <a:pt x="5427621" y="1464401"/>
                </a:cubicBezTo>
                <a:cubicBezTo>
                  <a:pt x="5473918" y="1619318"/>
                  <a:pt x="5387991" y="2181056"/>
                  <a:pt x="5427621" y="2400657"/>
                </a:cubicBezTo>
                <a:cubicBezTo>
                  <a:pt x="5118943" y="2426471"/>
                  <a:pt x="4968298" y="2349093"/>
                  <a:pt x="4776306" y="2400657"/>
                </a:cubicBezTo>
                <a:cubicBezTo>
                  <a:pt x="4584314" y="2452221"/>
                  <a:pt x="4433825" y="2361137"/>
                  <a:pt x="4287821" y="2400657"/>
                </a:cubicBezTo>
                <a:cubicBezTo>
                  <a:pt x="4141817" y="2440177"/>
                  <a:pt x="3892407" y="2349530"/>
                  <a:pt x="3690782" y="2400657"/>
                </a:cubicBezTo>
                <a:cubicBezTo>
                  <a:pt x="3489157" y="2451784"/>
                  <a:pt x="3288643" y="2346864"/>
                  <a:pt x="3039468" y="2400657"/>
                </a:cubicBezTo>
                <a:cubicBezTo>
                  <a:pt x="2790293" y="2454450"/>
                  <a:pt x="2688707" y="2373667"/>
                  <a:pt x="2550982" y="2400657"/>
                </a:cubicBezTo>
                <a:cubicBezTo>
                  <a:pt x="2413257" y="2427647"/>
                  <a:pt x="2227092" y="2397656"/>
                  <a:pt x="2116772" y="2400657"/>
                </a:cubicBezTo>
                <a:cubicBezTo>
                  <a:pt x="2006452" y="2403658"/>
                  <a:pt x="1828987" y="2372202"/>
                  <a:pt x="1574010" y="2400657"/>
                </a:cubicBezTo>
                <a:cubicBezTo>
                  <a:pt x="1319033" y="2429112"/>
                  <a:pt x="1322602" y="2378491"/>
                  <a:pt x="1139800" y="2400657"/>
                </a:cubicBezTo>
                <a:cubicBezTo>
                  <a:pt x="956998" y="2422823"/>
                  <a:pt x="699460" y="2378061"/>
                  <a:pt x="542762" y="2400657"/>
                </a:cubicBezTo>
                <a:cubicBezTo>
                  <a:pt x="386064" y="2423253"/>
                  <a:pt x="118331" y="2370806"/>
                  <a:pt x="0" y="2400657"/>
                </a:cubicBezTo>
                <a:cubicBezTo>
                  <a:pt x="-29266" y="2212926"/>
                  <a:pt x="34437" y="2012810"/>
                  <a:pt x="0" y="1896519"/>
                </a:cubicBezTo>
                <a:cubicBezTo>
                  <a:pt x="-34437" y="1780228"/>
                  <a:pt x="4262" y="1634882"/>
                  <a:pt x="0" y="1488407"/>
                </a:cubicBezTo>
                <a:cubicBezTo>
                  <a:pt x="-4262" y="1341932"/>
                  <a:pt x="5307" y="1145295"/>
                  <a:pt x="0" y="1056289"/>
                </a:cubicBezTo>
                <a:cubicBezTo>
                  <a:pt x="-5307" y="967283"/>
                  <a:pt x="48776" y="746939"/>
                  <a:pt x="0" y="600164"/>
                </a:cubicBezTo>
                <a:cubicBezTo>
                  <a:pt x="-48776" y="453389"/>
                  <a:pt x="67489" y="203359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9078243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GB" sz="2500" b="1" i="0" dirty="0">
                <a:solidFill>
                  <a:srgbClr val="231F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br>
              <a:rPr lang="en-GB" sz="2500" i="0" dirty="0">
                <a:solidFill>
                  <a:srgbClr val="231F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500" i="0" dirty="0">
                <a:solidFill>
                  <a:srgbClr val="231F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Mr and Mrs MacDonald buy a new stereo. The price on the label is £300 </a:t>
            </a:r>
            <a:r>
              <a:rPr lang="en-GB" sz="2500" b="1" i="0" dirty="0">
                <a:solidFill>
                  <a:srgbClr val="231F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plus</a:t>
            </a:r>
            <a:r>
              <a:rPr lang="en-GB" sz="2500" i="0" dirty="0">
                <a:solidFill>
                  <a:srgbClr val="231F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20% VAT. How much would Mr and Mrs MacDonald have to pay for the stereo?</a:t>
            </a:r>
            <a:endParaRPr lang="en-GB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48DB4D-2B2B-4C18-9E99-14DA2C81FE70}"/>
              </a:ext>
            </a:extLst>
          </p:cNvPr>
          <p:cNvSpPr txBox="1"/>
          <p:nvPr/>
        </p:nvSpPr>
        <p:spPr>
          <a:xfrm>
            <a:off x="1799221" y="3138714"/>
            <a:ext cx="27002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20% of £300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B0DD2-5AF3-44C1-A373-5C09EE612352}"/>
              </a:ext>
            </a:extLst>
          </p:cNvPr>
          <p:cNvSpPr txBox="1"/>
          <p:nvPr/>
        </p:nvSpPr>
        <p:spPr>
          <a:xfrm>
            <a:off x="1799221" y="3569601"/>
            <a:ext cx="27002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10% = £30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6F58EF-0410-4DC2-96FD-216EC4061CC0}"/>
              </a:ext>
            </a:extLst>
          </p:cNvPr>
          <p:cNvCxnSpPr>
            <a:cxnSpLocks/>
          </p:cNvCxnSpPr>
          <p:nvPr/>
        </p:nvCxnSpPr>
        <p:spPr>
          <a:xfrm>
            <a:off x="2594982" y="3975775"/>
            <a:ext cx="0" cy="681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BD9BC0B-9D53-4670-9766-07A5345BC53C}"/>
              </a:ext>
            </a:extLst>
          </p:cNvPr>
          <p:cNvSpPr/>
          <p:nvPr/>
        </p:nvSpPr>
        <p:spPr>
          <a:xfrm>
            <a:off x="1830025" y="4046923"/>
            <a:ext cx="734153" cy="43088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x2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961600-FFAA-4EB7-8899-51C26502C598}"/>
              </a:ext>
            </a:extLst>
          </p:cNvPr>
          <p:cNvSpPr txBox="1"/>
          <p:nvPr/>
        </p:nvSpPr>
        <p:spPr>
          <a:xfrm>
            <a:off x="1830025" y="4536763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20% = £60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5E279D-4B79-43B3-A431-D2D43E8EE2B9}"/>
              </a:ext>
            </a:extLst>
          </p:cNvPr>
          <p:cNvSpPr txBox="1"/>
          <p:nvPr/>
        </p:nvSpPr>
        <p:spPr>
          <a:xfrm>
            <a:off x="1830025" y="5202280"/>
            <a:ext cx="27002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£60 to £300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503E0-466B-4BD4-A7CE-F796D9905F74}"/>
              </a:ext>
            </a:extLst>
          </p:cNvPr>
          <p:cNvSpPr txBox="1"/>
          <p:nvPr/>
        </p:nvSpPr>
        <p:spPr>
          <a:xfrm>
            <a:off x="1830025" y="5690498"/>
            <a:ext cx="35983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£300 + £60 = £360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2F9828-515B-4718-8BD1-682C8A2FB553}"/>
              </a:ext>
            </a:extLst>
          </p:cNvPr>
          <p:cNvSpPr txBox="1"/>
          <p:nvPr/>
        </p:nvSpPr>
        <p:spPr>
          <a:xfrm>
            <a:off x="6256379" y="428884"/>
            <a:ext cx="5427621" cy="2400657"/>
          </a:xfrm>
          <a:custGeom>
            <a:avLst/>
            <a:gdLst>
              <a:gd name="csX0" fmla="*/ 0 w 5427621"/>
              <a:gd name="csY0" fmla="*/ 0 h 2400657"/>
              <a:gd name="csX1" fmla="*/ 434210 w 5427621"/>
              <a:gd name="csY1" fmla="*/ 0 h 2400657"/>
              <a:gd name="csX2" fmla="*/ 868419 w 5427621"/>
              <a:gd name="csY2" fmla="*/ 0 h 2400657"/>
              <a:gd name="csX3" fmla="*/ 1411181 w 5427621"/>
              <a:gd name="csY3" fmla="*/ 0 h 2400657"/>
              <a:gd name="csX4" fmla="*/ 2008220 w 5427621"/>
              <a:gd name="csY4" fmla="*/ 0 h 2400657"/>
              <a:gd name="csX5" fmla="*/ 2659534 w 5427621"/>
              <a:gd name="csY5" fmla="*/ 0 h 2400657"/>
              <a:gd name="csX6" fmla="*/ 3202296 w 5427621"/>
              <a:gd name="csY6" fmla="*/ 0 h 2400657"/>
              <a:gd name="csX7" fmla="*/ 3853611 w 5427621"/>
              <a:gd name="csY7" fmla="*/ 0 h 2400657"/>
              <a:gd name="csX8" fmla="*/ 4504925 w 5427621"/>
              <a:gd name="csY8" fmla="*/ 0 h 2400657"/>
              <a:gd name="csX9" fmla="*/ 5427621 w 5427621"/>
              <a:gd name="csY9" fmla="*/ 0 h 2400657"/>
              <a:gd name="csX10" fmla="*/ 5427621 w 5427621"/>
              <a:gd name="csY10" fmla="*/ 504138 h 2400657"/>
              <a:gd name="csX11" fmla="*/ 5427621 w 5427621"/>
              <a:gd name="csY11" fmla="*/ 984269 h 2400657"/>
              <a:gd name="csX12" fmla="*/ 5427621 w 5427621"/>
              <a:gd name="csY12" fmla="*/ 1512414 h 2400657"/>
              <a:gd name="csX13" fmla="*/ 5427621 w 5427621"/>
              <a:gd name="csY13" fmla="*/ 2400657 h 2400657"/>
              <a:gd name="csX14" fmla="*/ 4993411 w 5427621"/>
              <a:gd name="csY14" fmla="*/ 2400657 h 2400657"/>
              <a:gd name="csX15" fmla="*/ 4504925 w 5427621"/>
              <a:gd name="csY15" fmla="*/ 2400657 h 2400657"/>
              <a:gd name="csX16" fmla="*/ 3962163 w 5427621"/>
              <a:gd name="csY16" fmla="*/ 2400657 h 2400657"/>
              <a:gd name="csX17" fmla="*/ 3365125 w 5427621"/>
              <a:gd name="csY17" fmla="*/ 2400657 h 2400657"/>
              <a:gd name="csX18" fmla="*/ 2876639 w 5427621"/>
              <a:gd name="csY18" fmla="*/ 2400657 h 2400657"/>
              <a:gd name="csX19" fmla="*/ 2333877 w 5427621"/>
              <a:gd name="csY19" fmla="*/ 2400657 h 2400657"/>
              <a:gd name="csX20" fmla="*/ 1791115 w 5427621"/>
              <a:gd name="csY20" fmla="*/ 2400657 h 2400657"/>
              <a:gd name="csX21" fmla="*/ 1194077 w 5427621"/>
              <a:gd name="csY21" fmla="*/ 2400657 h 2400657"/>
              <a:gd name="csX22" fmla="*/ 759867 w 5427621"/>
              <a:gd name="csY22" fmla="*/ 2400657 h 2400657"/>
              <a:gd name="csX23" fmla="*/ 0 w 5427621"/>
              <a:gd name="csY23" fmla="*/ 2400657 h 2400657"/>
              <a:gd name="csX24" fmla="*/ 0 w 5427621"/>
              <a:gd name="csY24" fmla="*/ 1920526 h 2400657"/>
              <a:gd name="csX25" fmla="*/ 0 w 5427621"/>
              <a:gd name="csY25" fmla="*/ 1392381 h 2400657"/>
              <a:gd name="csX26" fmla="*/ 0 w 5427621"/>
              <a:gd name="csY26" fmla="*/ 960263 h 2400657"/>
              <a:gd name="csX27" fmla="*/ 0 w 5427621"/>
              <a:gd name="csY27" fmla="*/ 432118 h 2400657"/>
              <a:gd name="csX28" fmla="*/ 0 w 5427621"/>
              <a:gd name="csY28" fmla="*/ 0 h 2400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5427621" h="2400657" fill="none" extrusionOk="0">
                <a:moveTo>
                  <a:pt x="0" y="0"/>
                </a:moveTo>
                <a:cubicBezTo>
                  <a:pt x="98563" y="-39047"/>
                  <a:pt x="238461" y="46784"/>
                  <a:pt x="434210" y="0"/>
                </a:cubicBezTo>
                <a:cubicBezTo>
                  <a:pt x="629959" y="-46784"/>
                  <a:pt x="721769" y="51235"/>
                  <a:pt x="868419" y="0"/>
                </a:cubicBezTo>
                <a:cubicBezTo>
                  <a:pt x="1015069" y="-51235"/>
                  <a:pt x="1180828" y="46429"/>
                  <a:pt x="1411181" y="0"/>
                </a:cubicBezTo>
                <a:cubicBezTo>
                  <a:pt x="1641534" y="-46429"/>
                  <a:pt x="1755978" y="704"/>
                  <a:pt x="2008220" y="0"/>
                </a:cubicBezTo>
                <a:cubicBezTo>
                  <a:pt x="2260462" y="-704"/>
                  <a:pt x="2428536" y="18765"/>
                  <a:pt x="2659534" y="0"/>
                </a:cubicBezTo>
                <a:cubicBezTo>
                  <a:pt x="2890532" y="-18765"/>
                  <a:pt x="2982904" y="3523"/>
                  <a:pt x="3202296" y="0"/>
                </a:cubicBezTo>
                <a:cubicBezTo>
                  <a:pt x="3421688" y="-3523"/>
                  <a:pt x="3595847" y="6967"/>
                  <a:pt x="3853611" y="0"/>
                </a:cubicBezTo>
                <a:cubicBezTo>
                  <a:pt x="4111375" y="-6967"/>
                  <a:pt x="4340657" y="58019"/>
                  <a:pt x="4504925" y="0"/>
                </a:cubicBezTo>
                <a:cubicBezTo>
                  <a:pt x="4669193" y="-58019"/>
                  <a:pt x="5074986" y="90612"/>
                  <a:pt x="5427621" y="0"/>
                </a:cubicBezTo>
                <a:cubicBezTo>
                  <a:pt x="5469085" y="186144"/>
                  <a:pt x="5403132" y="372036"/>
                  <a:pt x="5427621" y="504138"/>
                </a:cubicBezTo>
                <a:cubicBezTo>
                  <a:pt x="5452110" y="636240"/>
                  <a:pt x="5425966" y="756909"/>
                  <a:pt x="5427621" y="984269"/>
                </a:cubicBezTo>
                <a:cubicBezTo>
                  <a:pt x="5429276" y="1211629"/>
                  <a:pt x="5400228" y="1302446"/>
                  <a:pt x="5427621" y="1512414"/>
                </a:cubicBezTo>
                <a:cubicBezTo>
                  <a:pt x="5455014" y="1722383"/>
                  <a:pt x="5422606" y="1989567"/>
                  <a:pt x="5427621" y="2400657"/>
                </a:cubicBezTo>
                <a:cubicBezTo>
                  <a:pt x="5249991" y="2401203"/>
                  <a:pt x="5207131" y="2352593"/>
                  <a:pt x="4993411" y="2400657"/>
                </a:cubicBezTo>
                <a:cubicBezTo>
                  <a:pt x="4779691" y="2448721"/>
                  <a:pt x="4606270" y="2399820"/>
                  <a:pt x="4504925" y="2400657"/>
                </a:cubicBezTo>
                <a:cubicBezTo>
                  <a:pt x="4403580" y="2401494"/>
                  <a:pt x="4104834" y="2341225"/>
                  <a:pt x="3962163" y="2400657"/>
                </a:cubicBezTo>
                <a:cubicBezTo>
                  <a:pt x="3819492" y="2460089"/>
                  <a:pt x="3503807" y="2376069"/>
                  <a:pt x="3365125" y="2400657"/>
                </a:cubicBezTo>
                <a:cubicBezTo>
                  <a:pt x="3226443" y="2425245"/>
                  <a:pt x="3109267" y="2383904"/>
                  <a:pt x="2876639" y="2400657"/>
                </a:cubicBezTo>
                <a:cubicBezTo>
                  <a:pt x="2644011" y="2417410"/>
                  <a:pt x="2446015" y="2388989"/>
                  <a:pt x="2333877" y="2400657"/>
                </a:cubicBezTo>
                <a:cubicBezTo>
                  <a:pt x="2221739" y="2412325"/>
                  <a:pt x="1955666" y="2335897"/>
                  <a:pt x="1791115" y="2400657"/>
                </a:cubicBezTo>
                <a:cubicBezTo>
                  <a:pt x="1626564" y="2465417"/>
                  <a:pt x="1379148" y="2379309"/>
                  <a:pt x="1194077" y="2400657"/>
                </a:cubicBezTo>
                <a:cubicBezTo>
                  <a:pt x="1009006" y="2422005"/>
                  <a:pt x="940342" y="2367996"/>
                  <a:pt x="759867" y="2400657"/>
                </a:cubicBezTo>
                <a:cubicBezTo>
                  <a:pt x="579392" y="2433318"/>
                  <a:pt x="225776" y="2329734"/>
                  <a:pt x="0" y="2400657"/>
                </a:cubicBezTo>
                <a:cubicBezTo>
                  <a:pt x="-51943" y="2290648"/>
                  <a:pt x="7728" y="2097911"/>
                  <a:pt x="0" y="1920526"/>
                </a:cubicBezTo>
                <a:cubicBezTo>
                  <a:pt x="-7728" y="1743141"/>
                  <a:pt x="29629" y="1621540"/>
                  <a:pt x="0" y="1392381"/>
                </a:cubicBezTo>
                <a:cubicBezTo>
                  <a:pt x="-29629" y="1163222"/>
                  <a:pt x="43711" y="1142815"/>
                  <a:pt x="0" y="960263"/>
                </a:cubicBezTo>
                <a:cubicBezTo>
                  <a:pt x="-43711" y="777711"/>
                  <a:pt x="50734" y="547339"/>
                  <a:pt x="0" y="432118"/>
                </a:cubicBezTo>
                <a:cubicBezTo>
                  <a:pt x="-50734" y="316897"/>
                  <a:pt x="31121" y="209441"/>
                  <a:pt x="0" y="0"/>
                </a:cubicBezTo>
                <a:close/>
              </a:path>
              <a:path w="5427621" h="2400657" stroke="0" extrusionOk="0">
                <a:moveTo>
                  <a:pt x="0" y="0"/>
                </a:moveTo>
                <a:cubicBezTo>
                  <a:pt x="177687" y="-26606"/>
                  <a:pt x="289211" y="10552"/>
                  <a:pt x="379933" y="0"/>
                </a:cubicBezTo>
                <a:cubicBezTo>
                  <a:pt x="470655" y="-10552"/>
                  <a:pt x="755760" y="2988"/>
                  <a:pt x="868419" y="0"/>
                </a:cubicBezTo>
                <a:cubicBezTo>
                  <a:pt x="981078" y="-2988"/>
                  <a:pt x="1241528" y="59578"/>
                  <a:pt x="1465458" y="0"/>
                </a:cubicBezTo>
                <a:cubicBezTo>
                  <a:pt x="1689388" y="-59578"/>
                  <a:pt x="1913657" y="12553"/>
                  <a:pt x="2062496" y="0"/>
                </a:cubicBezTo>
                <a:cubicBezTo>
                  <a:pt x="2211335" y="-12553"/>
                  <a:pt x="2376001" y="52200"/>
                  <a:pt x="2550982" y="0"/>
                </a:cubicBezTo>
                <a:cubicBezTo>
                  <a:pt x="2725963" y="-52200"/>
                  <a:pt x="2912390" y="15634"/>
                  <a:pt x="3039468" y="0"/>
                </a:cubicBezTo>
                <a:cubicBezTo>
                  <a:pt x="3166546" y="-15634"/>
                  <a:pt x="3354772" y="21035"/>
                  <a:pt x="3473677" y="0"/>
                </a:cubicBezTo>
                <a:cubicBezTo>
                  <a:pt x="3592582" y="-21035"/>
                  <a:pt x="3771854" y="14241"/>
                  <a:pt x="3907887" y="0"/>
                </a:cubicBezTo>
                <a:cubicBezTo>
                  <a:pt x="4043920" y="-14241"/>
                  <a:pt x="4182030" y="40740"/>
                  <a:pt x="4396373" y="0"/>
                </a:cubicBezTo>
                <a:cubicBezTo>
                  <a:pt x="4610716" y="-40740"/>
                  <a:pt x="4708425" y="32748"/>
                  <a:pt x="4884859" y="0"/>
                </a:cubicBezTo>
                <a:cubicBezTo>
                  <a:pt x="5061293" y="-32748"/>
                  <a:pt x="5159098" y="24506"/>
                  <a:pt x="5427621" y="0"/>
                </a:cubicBezTo>
                <a:cubicBezTo>
                  <a:pt x="5483563" y="187902"/>
                  <a:pt x="5409597" y="263687"/>
                  <a:pt x="5427621" y="504138"/>
                </a:cubicBezTo>
                <a:cubicBezTo>
                  <a:pt x="5445645" y="744589"/>
                  <a:pt x="5393073" y="913512"/>
                  <a:pt x="5427621" y="1032283"/>
                </a:cubicBezTo>
                <a:cubicBezTo>
                  <a:pt x="5462169" y="1151054"/>
                  <a:pt x="5381324" y="1309484"/>
                  <a:pt x="5427621" y="1464401"/>
                </a:cubicBezTo>
                <a:cubicBezTo>
                  <a:pt x="5473918" y="1619318"/>
                  <a:pt x="5387991" y="2181056"/>
                  <a:pt x="5427621" y="2400657"/>
                </a:cubicBezTo>
                <a:cubicBezTo>
                  <a:pt x="5118943" y="2426471"/>
                  <a:pt x="4968298" y="2349093"/>
                  <a:pt x="4776306" y="2400657"/>
                </a:cubicBezTo>
                <a:cubicBezTo>
                  <a:pt x="4584314" y="2452221"/>
                  <a:pt x="4433825" y="2361137"/>
                  <a:pt x="4287821" y="2400657"/>
                </a:cubicBezTo>
                <a:cubicBezTo>
                  <a:pt x="4141817" y="2440177"/>
                  <a:pt x="3892407" y="2349530"/>
                  <a:pt x="3690782" y="2400657"/>
                </a:cubicBezTo>
                <a:cubicBezTo>
                  <a:pt x="3489157" y="2451784"/>
                  <a:pt x="3288643" y="2346864"/>
                  <a:pt x="3039468" y="2400657"/>
                </a:cubicBezTo>
                <a:cubicBezTo>
                  <a:pt x="2790293" y="2454450"/>
                  <a:pt x="2688707" y="2373667"/>
                  <a:pt x="2550982" y="2400657"/>
                </a:cubicBezTo>
                <a:cubicBezTo>
                  <a:pt x="2413257" y="2427647"/>
                  <a:pt x="2227092" y="2397656"/>
                  <a:pt x="2116772" y="2400657"/>
                </a:cubicBezTo>
                <a:cubicBezTo>
                  <a:pt x="2006452" y="2403658"/>
                  <a:pt x="1828987" y="2372202"/>
                  <a:pt x="1574010" y="2400657"/>
                </a:cubicBezTo>
                <a:cubicBezTo>
                  <a:pt x="1319033" y="2429112"/>
                  <a:pt x="1322602" y="2378491"/>
                  <a:pt x="1139800" y="2400657"/>
                </a:cubicBezTo>
                <a:cubicBezTo>
                  <a:pt x="956998" y="2422823"/>
                  <a:pt x="699460" y="2378061"/>
                  <a:pt x="542762" y="2400657"/>
                </a:cubicBezTo>
                <a:cubicBezTo>
                  <a:pt x="386064" y="2423253"/>
                  <a:pt x="118331" y="2370806"/>
                  <a:pt x="0" y="2400657"/>
                </a:cubicBezTo>
                <a:cubicBezTo>
                  <a:pt x="-29266" y="2212926"/>
                  <a:pt x="34437" y="2012810"/>
                  <a:pt x="0" y="1896519"/>
                </a:cubicBezTo>
                <a:cubicBezTo>
                  <a:pt x="-34437" y="1780228"/>
                  <a:pt x="4262" y="1634882"/>
                  <a:pt x="0" y="1488407"/>
                </a:cubicBezTo>
                <a:cubicBezTo>
                  <a:pt x="-4262" y="1341932"/>
                  <a:pt x="5307" y="1145295"/>
                  <a:pt x="0" y="1056289"/>
                </a:cubicBezTo>
                <a:cubicBezTo>
                  <a:pt x="-5307" y="967283"/>
                  <a:pt x="48776" y="746939"/>
                  <a:pt x="0" y="600164"/>
                </a:cubicBezTo>
                <a:cubicBezTo>
                  <a:pt x="-48776" y="453389"/>
                  <a:pt x="67489" y="203359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9078243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GB" sz="2500" b="1" i="0" dirty="0">
                <a:solidFill>
                  <a:srgbClr val="231F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br>
              <a:rPr lang="en-GB" sz="2500" i="0" dirty="0">
                <a:solidFill>
                  <a:srgbClr val="231F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5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 deposits £400 in to a bank account. She earns 5% simple interest per year. How much will be in her account after one year?</a:t>
            </a:r>
            <a:br>
              <a:rPr lang="en-GB" sz="25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D02513-9208-4859-9C88-BF45BAE44B8A}"/>
              </a:ext>
            </a:extLst>
          </p:cNvPr>
          <p:cNvSpPr txBox="1"/>
          <p:nvPr/>
        </p:nvSpPr>
        <p:spPr>
          <a:xfrm>
            <a:off x="7574683" y="3138714"/>
            <a:ext cx="27002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5% of £400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426D26-C632-481D-AA3B-7EDBEF05FAC5}"/>
              </a:ext>
            </a:extLst>
          </p:cNvPr>
          <p:cNvSpPr txBox="1"/>
          <p:nvPr/>
        </p:nvSpPr>
        <p:spPr>
          <a:xfrm>
            <a:off x="7705038" y="3565151"/>
            <a:ext cx="27002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10% = £40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1D8594-0F08-49B5-AAB0-75CDCFB0E40C}"/>
              </a:ext>
            </a:extLst>
          </p:cNvPr>
          <p:cNvCxnSpPr>
            <a:cxnSpLocks/>
          </p:cNvCxnSpPr>
          <p:nvPr/>
        </p:nvCxnSpPr>
        <p:spPr>
          <a:xfrm>
            <a:off x="8955592" y="3924890"/>
            <a:ext cx="0" cy="681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6B704DF-E5CD-4678-BFDA-38E99C3B1BCB}"/>
                  </a:ext>
                </a:extLst>
              </p:cNvPr>
              <p:cNvSpPr/>
              <p:nvPr/>
            </p:nvSpPr>
            <p:spPr>
              <a:xfrm>
                <a:off x="8190635" y="3996038"/>
                <a:ext cx="734153" cy="43088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6B704DF-E5CD-4678-BFDA-38E99C3B1B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635" y="3996038"/>
                <a:ext cx="734153" cy="430887"/>
              </a:xfrm>
              <a:prstGeom prst="ellipse">
                <a:avLst/>
              </a:prstGeom>
              <a:blipFill>
                <a:blip r:embed="rId2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92372C6-1772-4E9D-94C6-A806E2140A71}"/>
              </a:ext>
            </a:extLst>
          </p:cNvPr>
          <p:cNvSpPr txBox="1"/>
          <p:nvPr/>
        </p:nvSpPr>
        <p:spPr>
          <a:xfrm>
            <a:off x="7766710" y="4557026"/>
            <a:ext cx="1582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5% = £20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A24BBD-38F1-4023-BC7C-90A30129FEC5}"/>
              </a:ext>
            </a:extLst>
          </p:cNvPr>
          <p:cNvSpPr txBox="1"/>
          <p:nvPr/>
        </p:nvSpPr>
        <p:spPr>
          <a:xfrm>
            <a:off x="7766710" y="5118014"/>
            <a:ext cx="27002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£20 to £400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632188-47A1-4D2B-9C22-A9CE2CB0E9D2}"/>
              </a:ext>
            </a:extLst>
          </p:cNvPr>
          <p:cNvSpPr txBox="1"/>
          <p:nvPr/>
        </p:nvSpPr>
        <p:spPr>
          <a:xfrm>
            <a:off x="7766710" y="5606232"/>
            <a:ext cx="35983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£400 + £20 = £420</a:t>
            </a:r>
          </a:p>
        </p:txBody>
      </p:sp>
    </p:spTree>
    <p:extLst>
      <p:ext uri="{BB962C8B-B14F-4D97-AF65-F5344CB8AC3E}">
        <p14:creationId xmlns:p14="http://schemas.microsoft.com/office/powerpoint/2010/main" val="3688355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0" grpId="0"/>
      <p:bldP spid="12" grpId="0"/>
      <p:bldP spid="13" grpId="0"/>
      <p:bldP spid="14" grpId="0" animBg="1"/>
      <p:bldP spid="15" grpId="0"/>
      <p:bldP spid="16" grpId="0"/>
      <p:bldP spid="18" grpId="0" animBg="1"/>
      <p:bldP spid="19" grpId="0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0A9A43-424E-4DCA-8A58-629C4EE61289}"/>
              </a:ext>
            </a:extLst>
          </p:cNvPr>
          <p:cNvSpPr txBox="1"/>
          <p:nvPr/>
        </p:nvSpPr>
        <p:spPr>
          <a:xfrm>
            <a:off x="65107" y="247892"/>
            <a:ext cx="5486400" cy="1446550"/>
          </a:xfrm>
          <a:custGeom>
            <a:avLst/>
            <a:gdLst>
              <a:gd name="csX0" fmla="*/ 0 w 5486400"/>
              <a:gd name="csY0" fmla="*/ 0 h 1446550"/>
              <a:gd name="csX1" fmla="*/ 438912 w 5486400"/>
              <a:gd name="csY1" fmla="*/ 0 h 1446550"/>
              <a:gd name="csX2" fmla="*/ 1097280 w 5486400"/>
              <a:gd name="csY2" fmla="*/ 0 h 1446550"/>
              <a:gd name="csX3" fmla="*/ 1591056 w 5486400"/>
              <a:gd name="csY3" fmla="*/ 0 h 1446550"/>
              <a:gd name="csX4" fmla="*/ 2139696 w 5486400"/>
              <a:gd name="csY4" fmla="*/ 0 h 1446550"/>
              <a:gd name="csX5" fmla="*/ 2688336 w 5486400"/>
              <a:gd name="csY5" fmla="*/ 0 h 1446550"/>
              <a:gd name="csX6" fmla="*/ 3182112 w 5486400"/>
              <a:gd name="csY6" fmla="*/ 0 h 1446550"/>
              <a:gd name="csX7" fmla="*/ 3785616 w 5486400"/>
              <a:gd name="csY7" fmla="*/ 0 h 1446550"/>
              <a:gd name="csX8" fmla="*/ 4389120 w 5486400"/>
              <a:gd name="csY8" fmla="*/ 0 h 1446550"/>
              <a:gd name="csX9" fmla="*/ 4992624 w 5486400"/>
              <a:gd name="csY9" fmla="*/ 0 h 1446550"/>
              <a:gd name="csX10" fmla="*/ 5486400 w 5486400"/>
              <a:gd name="csY10" fmla="*/ 0 h 1446550"/>
              <a:gd name="csX11" fmla="*/ 5486400 w 5486400"/>
              <a:gd name="csY11" fmla="*/ 496649 h 1446550"/>
              <a:gd name="csX12" fmla="*/ 5486400 w 5486400"/>
              <a:gd name="csY12" fmla="*/ 1007763 h 1446550"/>
              <a:gd name="csX13" fmla="*/ 5486400 w 5486400"/>
              <a:gd name="csY13" fmla="*/ 1446550 h 1446550"/>
              <a:gd name="csX14" fmla="*/ 4882896 w 5486400"/>
              <a:gd name="csY14" fmla="*/ 1446550 h 1446550"/>
              <a:gd name="csX15" fmla="*/ 4224528 w 5486400"/>
              <a:gd name="csY15" fmla="*/ 1446550 h 1446550"/>
              <a:gd name="csX16" fmla="*/ 3621024 w 5486400"/>
              <a:gd name="csY16" fmla="*/ 1446550 h 1446550"/>
              <a:gd name="csX17" fmla="*/ 2962656 w 5486400"/>
              <a:gd name="csY17" fmla="*/ 1446550 h 1446550"/>
              <a:gd name="csX18" fmla="*/ 2359152 w 5486400"/>
              <a:gd name="csY18" fmla="*/ 1446550 h 1446550"/>
              <a:gd name="csX19" fmla="*/ 1865376 w 5486400"/>
              <a:gd name="csY19" fmla="*/ 1446550 h 1446550"/>
              <a:gd name="csX20" fmla="*/ 1481328 w 5486400"/>
              <a:gd name="csY20" fmla="*/ 1446550 h 1446550"/>
              <a:gd name="csX21" fmla="*/ 1042416 w 5486400"/>
              <a:gd name="csY21" fmla="*/ 1446550 h 1446550"/>
              <a:gd name="csX22" fmla="*/ 603504 w 5486400"/>
              <a:gd name="csY22" fmla="*/ 1446550 h 1446550"/>
              <a:gd name="csX23" fmla="*/ 0 w 5486400"/>
              <a:gd name="csY23" fmla="*/ 1446550 h 1446550"/>
              <a:gd name="csX24" fmla="*/ 0 w 5486400"/>
              <a:gd name="csY24" fmla="*/ 949901 h 1446550"/>
              <a:gd name="csX25" fmla="*/ 0 w 5486400"/>
              <a:gd name="csY25" fmla="*/ 482183 h 1446550"/>
              <a:gd name="csX26" fmla="*/ 0 w 5486400"/>
              <a:gd name="csY26" fmla="*/ 0 h 1446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486400" h="1446550" fill="none" extrusionOk="0">
                <a:moveTo>
                  <a:pt x="0" y="0"/>
                </a:moveTo>
                <a:cubicBezTo>
                  <a:pt x="119607" y="-30608"/>
                  <a:pt x="325066" y="15290"/>
                  <a:pt x="438912" y="0"/>
                </a:cubicBezTo>
                <a:cubicBezTo>
                  <a:pt x="552758" y="-15290"/>
                  <a:pt x="808550" y="16223"/>
                  <a:pt x="1097280" y="0"/>
                </a:cubicBezTo>
                <a:cubicBezTo>
                  <a:pt x="1386010" y="-16223"/>
                  <a:pt x="1409446" y="2900"/>
                  <a:pt x="1591056" y="0"/>
                </a:cubicBezTo>
                <a:cubicBezTo>
                  <a:pt x="1772666" y="-2900"/>
                  <a:pt x="2003850" y="60720"/>
                  <a:pt x="2139696" y="0"/>
                </a:cubicBezTo>
                <a:cubicBezTo>
                  <a:pt x="2275542" y="-60720"/>
                  <a:pt x="2565036" y="40941"/>
                  <a:pt x="2688336" y="0"/>
                </a:cubicBezTo>
                <a:cubicBezTo>
                  <a:pt x="2811636" y="-40941"/>
                  <a:pt x="3044566" y="28385"/>
                  <a:pt x="3182112" y="0"/>
                </a:cubicBezTo>
                <a:cubicBezTo>
                  <a:pt x="3319658" y="-28385"/>
                  <a:pt x="3518535" y="40386"/>
                  <a:pt x="3785616" y="0"/>
                </a:cubicBezTo>
                <a:cubicBezTo>
                  <a:pt x="4052697" y="-40386"/>
                  <a:pt x="4182912" y="22560"/>
                  <a:pt x="4389120" y="0"/>
                </a:cubicBezTo>
                <a:cubicBezTo>
                  <a:pt x="4595328" y="-22560"/>
                  <a:pt x="4752314" y="41182"/>
                  <a:pt x="4992624" y="0"/>
                </a:cubicBezTo>
                <a:cubicBezTo>
                  <a:pt x="5232934" y="-41182"/>
                  <a:pt x="5306864" y="23589"/>
                  <a:pt x="5486400" y="0"/>
                </a:cubicBezTo>
                <a:cubicBezTo>
                  <a:pt x="5535713" y="239068"/>
                  <a:pt x="5477013" y="325649"/>
                  <a:pt x="5486400" y="496649"/>
                </a:cubicBezTo>
                <a:cubicBezTo>
                  <a:pt x="5495787" y="667649"/>
                  <a:pt x="5465630" y="806060"/>
                  <a:pt x="5486400" y="1007763"/>
                </a:cubicBezTo>
                <a:cubicBezTo>
                  <a:pt x="5507170" y="1209466"/>
                  <a:pt x="5454061" y="1274183"/>
                  <a:pt x="5486400" y="1446550"/>
                </a:cubicBezTo>
                <a:cubicBezTo>
                  <a:pt x="5239128" y="1500102"/>
                  <a:pt x="5170916" y="1383536"/>
                  <a:pt x="4882896" y="1446550"/>
                </a:cubicBezTo>
                <a:cubicBezTo>
                  <a:pt x="4594876" y="1509564"/>
                  <a:pt x="4503229" y="1437845"/>
                  <a:pt x="4224528" y="1446550"/>
                </a:cubicBezTo>
                <a:cubicBezTo>
                  <a:pt x="3945827" y="1455255"/>
                  <a:pt x="3827172" y="1377369"/>
                  <a:pt x="3621024" y="1446550"/>
                </a:cubicBezTo>
                <a:cubicBezTo>
                  <a:pt x="3414876" y="1515731"/>
                  <a:pt x="3203498" y="1424808"/>
                  <a:pt x="2962656" y="1446550"/>
                </a:cubicBezTo>
                <a:cubicBezTo>
                  <a:pt x="2721814" y="1468292"/>
                  <a:pt x="2525097" y="1445966"/>
                  <a:pt x="2359152" y="1446550"/>
                </a:cubicBezTo>
                <a:cubicBezTo>
                  <a:pt x="2193207" y="1447134"/>
                  <a:pt x="2027449" y="1389918"/>
                  <a:pt x="1865376" y="1446550"/>
                </a:cubicBezTo>
                <a:cubicBezTo>
                  <a:pt x="1703303" y="1503182"/>
                  <a:pt x="1620099" y="1424678"/>
                  <a:pt x="1481328" y="1446550"/>
                </a:cubicBezTo>
                <a:cubicBezTo>
                  <a:pt x="1342557" y="1468422"/>
                  <a:pt x="1199578" y="1424993"/>
                  <a:pt x="1042416" y="1446550"/>
                </a:cubicBezTo>
                <a:cubicBezTo>
                  <a:pt x="885254" y="1468107"/>
                  <a:pt x="706189" y="1438915"/>
                  <a:pt x="603504" y="1446550"/>
                </a:cubicBezTo>
                <a:cubicBezTo>
                  <a:pt x="500819" y="1454185"/>
                  <a:pt x="250416" y="1412423"/>
                  <a:pt x="0" y="1446550"/>
                </a:cubicBezTo>
                <a:cubicBezTo>
                  <a:pt x="-3911" y="1234235"/>
                  <a:pt x="56633" y="1133319"/>
                  <a:pt x="0" y="949901"/>
                </a:cubicBezTo>
                <a:cubicBezTo>
                  <a:pt x="-56633" y="766483"/>
                  <a:pt x="22379" y="602458"/>
                  <a:pt x="0" y="482183"/>
                </a:cubicBezTo>
                <a:cubicBezTo>
                  <a:pt x="-22379" y="361908"/>
                  <a:pt x="49423" y="119182"/>
                  <a:pt x="0" y="0"/>
                </a:cubicBezTo>
                <a:close/>
              </a:path>
              <a:path w="5486400" h="1446550" stroke="0" extrusionOk="0">
                <a:moveTo>
                  <a:pt x="0" y="0"/>
                </a:moveTo>
                <a:cubicBezTo>
                  <a:pt x="157618" y="-69786"/>
                  <a:pt x="435875" y="17510"/>
                  <a:pt x="658368" y="0"/>
                </a:cubicBezTo>
                <a:cubicBezTo>
                  <a:pt x="880861" y="-17510"/>
                  <a:pt x="1065572" y="43818"/>
                  <a:pt x="1207008" y="0"/>
                </a:cubicBezTo>
                <a:cubicBezTo>
                  <a:pt x="1348444" y="-43818"/>
                  <a:pt x="1597167" y="62795"/>
                  <a:pt x="1755648" y="0"/>
                </a:cubicBezTo>
                <a:cubicBezTo>
                  <a:pt x="1914129" y="-62795"/>
                  <a:pt x="2034907" y="26751"/>
                  <a:pt x="2194560" y="0"/>
                </a:cubicBezTo>
                <a:cubicBezTo>
                  <a:pt x="2354213" y="-26751"/>
                  <a:pt x="2541082" y="37793"/>
                  <a:pt x="2633472" y="0"/>
                </a:cubicBezTo>
                <a:cubicBezTo>
                  <a:pt x="2725862" y="-37793"/>
                  <a:pt x="3038838" y="30489"/>
                  <a:pt x="3291840" y="0"/>
                </a:cubicBezTo>
                <a:cubicBezTo>
                  <a:pt x="3544842" y="-30489"/>
                  <a:pt x="3724853" y="17233"/>
                  <a:pt x="3840480" y="0"/>
                </a:cubicBezTo>
                <a:cubicBezTo>
                  <a:pt x="3956107" y="-17233"/>
                  <a:pt x="4170348" y="40835"/>
                  <a:pt x="4334256" y="0"/>
                </a:cubicBezTo>
                <a:cubicBezTo>
                  <a:pt x="4498164" y="-40835"/>
                  <a:pt x="4744795" y="51875"/>
                  <a:pt x="4937760" y="0"/>
                </a:cubicBezTo>
                <a:cubicBezTo>
                  <a:pt x="5130725" y="-51875"/>
                  <a:pt x="5335814" y="21927"/>
                  <a:pt x="5486400" y="0"/>
                </a:cubicBezTo>
                <a:cubicBezTo>
                  <a:pt x="5541098" y="146971"/>
                  <a:pt x="5470192" y="332540"/>
                  <a:pt x="5486400" y="467718"/>
                </a:cubicBezTo>
                <a:cubicBezTo>
                  <a:pt x="5502608" y="602896"/>
                  <a:pt x="5475089" y="726815"/>
                  <a:pt x="5486400" y="978832"/>
                </a:cubicBezTo>
                <a:cubicBezTo>
                  <a:pt x="5497711" y="1230849"/>
                  <a:pt x="5441724" y="1332543"/>
                  <a:pt x="5486400" y="1446550"/>
                </a:cubicBezTo>
                <a:cubicBezTo>
                  <a:pt x="5286990" y="1493730"/>
                  <a:pt x="5094706" y="1445867"/>
                  <a:pt x="4828032" y="1446550"/>
                </a:cubicBezTo>
                <a:cubicBezTo>
                  <a:pt x="4561358" y="1447233"/>
                  <a:pt x="4568310" y="1412768"/>
                  <a:pt x="4443984" y="1446550"/>
                </a:cubicBezTo>
                <a:cubicBezTo>
                  <a:pt x="4319658" y="1480332"/>
                  <a:pt x="4050219" y="1407461"/>
                  <a:pt x="3895344" y="1446550"/>
                </a:cubicBezTo>
                <a:cubicBezTo>
                  <a:pt x="3740469" y="1485639"/>
                  <a:pt x="3679557" y="1412211"/>
                  <a:pt x="3511296" y="1446550"/>
                </a:cubicBezTo>
                <a:cubicBezTo>
                  <a:pt x="3343035" y="1480889"/>
                  <a:pt x="3313174" y="1407016"/>
                  <a:pt x="3127248" y="1446550"/>
                </a:cubicBezTo>
                <a:cubicBezTo>
                  <a:pt x="2941322" y="1486084"/>
                  <a:pt x="2729819" y="1400691"/>
                  <a:pt x="2468880" y="1446550"/>
                </a:cubicBezTo>
                <a:cubicBezTo>
                  <a:pt x="2207941" y="1492409"/>
                  <a:pt x="2097029" y="1422887"/>
                  <a:pt x="1975104" y="1446550"/>
                </a:cubicBezTo>
                <a:cubicBezTo>
                  <a:pt x="1853179" y="1470213"/>
                  <a:pt x="1584629" y="1398755"/>
                  <a:pt x="1316736" y="1446550"/>
                </a:cubicBezTo>
                <a:cubicBezTo>
                  <a:pt x="1048843" y="1494345"/>
                  <a:pt x="966568" y="1434578"/>
                  <a:pt x="658368" y="1446550"/>
                </a:cubicBezTo>
                <a:cubicBezTo>
                  <a:pt x="350168" y="1458522"/>
                  <a:pt x="227282" y="1382863"/>
                  <a:pt x="0" y="1446550"/>
                </a:cubicBezTo>
                <a:cubicBezTo>
                  <a:pt x="-8760" y="1235966"/>
                  <a:pt x="7317" y="1092268"/>
                  <a:pt x="0" y="978832"/>
                </a:cubicBezTo>
                <a:cubicBezTo>
                  <a:pt x="-7317" y="865396"/>
                  <a:pt x="38128" y="621895"/>
                  <a:pt x="0" y="496649"/>
                </a:cubicBezTo>
                <a:cubicBezTo>
                  <a:pt x="-38128" y="371403"/>
                  <a:pt x="28227" y="145344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610582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Question 1: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Sam’s salary is £25000 a year. 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His salary increases by 4%. 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Work out his new salary.  </a:t>
            </a:r>
          </a:p>
        </p:txBody>
      </p:sp>
      <p:pic>
        <p:nvPicPr>
          <p:cNvPr id="6148" name="Picture 4" descr="Free Calculator Cliparts, Download Free Clip Art, Free Clip Art on Clipart  Library">
            <a:extLst>
              <a:ext uri="{FF2B5EF4-FFF2-40B4-BE49-F238E27FC236}">
                <a16:creationId xmlns:a16="http://schemas.microsoft.com/office/drawing/2014/main" id="{96F4FFCC-2AE7-4EC6-95C4-DB1167C3F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602" y="76243"/>
            <a:ext cx="479386" cy="54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8813E6-1A5D-4F67-8C76-3C0CF76769B8}"/>
              </a:ext>
            </a:extLst>
          </p:cNvPr>
          <p:cNvSpPr txBox="1"/>
          <p:nvPr/>
        </p:nvSpPr>
        <p:spPr>
          <a:xfrm>
            <a:off x="5689043" y="247892"/>
            <a:ext cx="6075494" cy="1446550"/>
          </a:xfrm>
          <a:custGeom>
            <a:avLst/>
            <a:gdLst>
              <a:gd name="csX0" fmla="*/ 0 w 6075494"/>
              <a:gd name="csY0" fmla="*/ 0 h 1446550"/>
              <a:gd name="csX1" fmla="*/ 430808 w 6075494"/>
              <a:gd name="csY1" fmla="*/ 0 h 1446550"/>
              <a:gd name="csX2" fmla="*/ 983125 w 6075494"/>
              <a:gd name="csY2" fmla="*/ 0 h 1446550"/>
              <a:gd name="csX3" fmla="*/ 1535443 w 6075494"/>
              <a:gd name="csY3" fmla="*/ 0 h 1446550"/>
              <a:gd name="csX4" fmla="*/ 2027006 w 6075494"/>
              <a:gd name="csY4" fmla="*/ 0 h 1446550"/>
              <a:gd name="csX5" fmla="*/ 2640078 w 6075494"/>
              <a:gd name="csY5" fmla="*/ 0 h 1446550"/>
              <a:gd name="csX6" fmla="*/ 3253151 w 6075494"/>
              <a:gd name="csY6" fmla="*/ 0 h 1446550"/>
              <a:gd name="csX7" fmla="*/ 3866223 w 6075494"/>
              <a:gd name="csY7" fmla="*/ 0 h 1446550"/>
              <a:gd name="csX8" fmla="*/ 4540051 w 6075494"/>
              <a:gd name="csY8" fmla="*/ 0 h 1446550"/>
              <a:gd name="csX9" fmla="*/ 5153124 w 6075494"/>
              <a:gd name="csY9" fmla="*/ 0 h 1446550"/>
              <a:gd name="csX10" fmla="*/ 5583931 w 6075494"/>
              <a:gd name="csY10" fmla="*/ 0 h 1446550"/>
              <a:gd name="csX11" fmla="*/ 6075494 w 6075494"/>
              <a:gd name="csY11" fmla="*/ 0 h 1446550"/>
              <a:gd name="csX12" fmla="*/ 6075494 w 6075494"/>
              <a:gd name="csY12" fmla="*/ 453252 h 1446550"/>
              <a:gd name="csX13" fmla="*/ 6075494 w 6075494"/>
              <a:gd name="csY13" fmla="*/ 892039 h 1446550"/>
              <a:gd name="csX14" fmla="*/ 6075494 w 6075494"/>
              <a:gd name="csY14" fmla="*/ 1446550 h 1446550"/>
              <a:gd name="csX15" fmla="*/ 5462421 w 6075494"/>
              <a:gd name="csY15" fmla="*/ 1446550 h 1446550"/>
              <a:gd name="csX16" fmla="*/ 4849349 w 6075494"/>
              <a:gd name="csY16" fmla="*/ 1446550 h 1446550"/>
              <a:gd name="csX17" fmla="*/ 4357786 w 6075494"/>
              <a:gd name="csY17" fmla="*/ 1446550 h 1446550"/>
              <a:gd name="csX18" fmla="*/ 3987733 w 6075494"/>
              <a:gd name="csY18" fmla="*/ 1446550 h 1446550"/>
              <a:gd name="csX19" fmla="*/ 3556926 w 6075494"/>
              <a:gd name="csY19" fmla="*/ 1446550 h 1446550"/>
              <a:gd name="csX20" fmla="*/ 3126118 w 6075494"/>
              <a:gd name="csY20" fmla="*/ 1446550 h 1446550"/>
              <a:gd name="csX21" fmla="*/ 2756065 w 6075494"/>
              <a:gd name="csY21" fmla="*/ 1446550 h 1446550"/>
              <a:gd name="csX22" fmla="*/ 2142992 w 6075494"/>
              <a:gd name="csY22" fmla="*/ 1446550 h 1446550"/>
              <a:gd name="csX23" fmla="*/ 1469165 w 6075494"/>
              <a:gd name="csY23" fmla="*/ 1446550 h 1446550"/>
              <a:gd name="csX24" fmla="*/ 1099112 w 6075494"/>
              <a:gd name="csY24" fmla="*/ 1446550 h 1446550"/>
              <a:gd name="csX25" fmla="*/ 0 w 6075494"/>
              <a:gd name="csY25" fmla="*/ 1446550 h 1446550"/>
              <a:gd name="csX26" fmla="*/ 0 w 6075494"/>
              <a:gd name="csY26" fmla="*/ 1007763 h 1446550"/>
              <a:gd name="csX27" fmla="*/ 0 w 6075494"/>
              <a:gd name="csY27" fmla="*/ 511114 h 1446550"/>
              <a:gd name="csX28" fmla="*/ 0 w 6075494"/>
              <a:gd name="csY28" fmla="*/ 0 h 1446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6075494" h="1446550" fill="none" extrusionOk="0">
                <a:moveTo>
                  <a:pt x="0" y="0"/>
                </a:moveTo>
                <a:cubicBezTo>
                  <a:pt x="95534" y="-47044"/>
                  <a:pt x="279192" y="11254"/>
                  <a:pt x="430808" y="0"/>
                </a:cubicBezTo>
                <a:cubicBezTo>
                  <a:pt x="582424" y="-11254"/>
                  <a:pt x="720063" y="42426"/>
                  <a:pt x="983125" y="0"/>
                </a:cubicBezTo>
                <a:cubicBezTo>
                  <a:pt x="1246187" y="-42426"/>
                  <a:pt x="1360094" y="57781"/>
                  <a:pt x="1535443" y="0"/>
                </a:cubicBezTo>
                <a:cubicBezTo>
                  <a:pt x="1710792" y="-57781"/>
                  <a:pt x="1853104" y="20773"/>
                  <a:pt x="2027006" y="0"/>
                </a:cubicBezTo>
                <a:cubicBezTo>
                  <a:pt x="2200908" y="-20773"/>
                  <a:pt x="2475679" y="15196"/>
                  <a:pt x="2640078" y="0"/>
                </a:cubicBezTo>
                <a:cubicBezTo>
                  <a:pt x="2804477" y="-15196"/>
                  <a:pt x="2951308" y="50190"/>
                  <a:pt x="3253151" y="0"/>
                </a:cubicBezTo>
                <a:cubicBezTo>
                  <a:pt x="3554994" y="-50190"/>
                  <a:pt x="3665812" y="70943"/>
                  <a:pt x="3866223" y="0"/>
                </a:cubicBezTo>
                <a:cubicBezTo>
                  <a:pt x="4066634" y="-70943"/>
                  <a:pt x="4275354" y="65673"/>
                  <a:pt x="4540051" y="0"/>
                </a:cubicBezTo>
                <a:cubicBezTo>
                  <a:pt x="4804748" y="-65673"/>
                  <a:pt x="4913337" y="48639"/>
                  <a:pt x="5153124" y="0"/>
                </a:cubicBezTo>
                <a:cubicBezTo>
                  <a:pt x="5392911" y="-48639"/>
                  <a:pt x="5445746" y="47130"/>
                  <a:pt x="5583931" y="0"/>
                </a:cubicBezTo>
                <a:cubicBezTo>
                  <a:pt x="5722116" y="-47130"/>
                  <a:pt x="5881491" y="47786"/>
                  <a:pt x="6075494" y="0"/>
                </a:cubicBezTo>
                <a:cubicBezTo>
                  <a:pt x="6090648" y="185545"/>
                  <a:pt x="6071459" y="295480"/>
                  <a:pt x="6075494" y="453252"/>
                </a:cubicBezTo>
                <a:cubicBezTo>
                  <a:pt x="6079529" y="611024"/>
                  <a:pt x="6053796" y="702222"/>
                  <a:pt x="6075494" y="892039"/>
                </a:cubicBezTo>
                <a:cubicBezTo>
                  <a:pt x="6097192" y="1081856"/>
                  <a:pt x="6018231" y="1231396"/>
                  <a:pt x="6075494" y="1446550"/>
                </a:cubicBezTo>
                <a:cubicBezTo>
                  <a:pt x="5932275" y="1452105"/>
                  <a:pt x="5611623" y="1432890"/>
                  <a:pt x="5462421" y="1446550"/>
                </a:cubicBezTo>
                <a:cubicBezTo>
                  <a:pt x="5313219" y="1460210"/>
                  <a:pt x="5126442" y="1418870"/>
                  <a:pt x="4849349" y="1446550"/>
                </a:cubicBezTo>
                <a:cubicBezTo>
                  <a:pt x="4572256" y="1474230"/>
                  <a:pt x="4502080" y="1442732"/>
                  <a:pt x="4357786" y="1446550"/>
                </a:cubicBezTo>
                <a:cubicBezTo>
                  <a:pt x="4213492" y="1450368"/>
                  <a:pt x="4134988" y="1408351"/>
                  <a:pt x="3987733" y="1446550"/>
                </a:cubicBezTo>
                <a:cubicBezTo>
                  <a:pt x="3840478" y="1484749"/>
                  <a:pt x="3708919" y="1403188"/>
                  <a:pt x="3556926" y="1446550"/>
                </a:cubicBezTo>
                <a:cubicBezTo>
                  <a:pt x="3404933" y="1489912"/>
                  <a:pt x="3335033" y="1397930"/>
                  <a:pt x="3126118" y="1446550"/>
                </a:cubicBezTo>
                <a:cubicBezTo>
                  <a:pt x="2917203" y="1495170"/>
                  <a:pt x="2874341" y="1422038"/>
                  <a:pt x="2756065" y="1446550"/>
                </a:cubicBezTo>
                <a:cubicBezTo>
                  <a:pt x="2637789" y="1471062"/>
                  <a:pt x="2348048" y="1425814"/>
                  <a:pt x="2142992" y="1446550"/>
                </a:cubicBezTo>
                <a:cubicBezTo>
                  <a:pt x="1937936" y="1467286"/>
                  <a:pt x="1730253" y="1416893"/>
                  <a:pt x="1469165" y="1446550"/>
                </a:cubicBezTo>
                <a:cubicBezTo>
                  <a:pt x="1208077" y="1476207"/>
                  <a:pt x="1242010" y="1431778"/>
                  <a:pt x="1099112" y="1446550"/>
                </a:cubicBezTo>
                <a:cubicBezTo>
                  <a:pt x="956214" y="1461322"/>
                  <a:pt x="391088" y="1402028"/>
                  <a:pt x="0" y="1446550"/>
                </a:cubicBezTo>
                <a:cubicBezTo>
                  <a:pt x="-49493" y="1255996"/>
                  <a:pt x="13176" y="1147376"/>
                  <a:pt x="0" y="1007763"/>
                </a:cubicBezTo>
                <a:cubicBezTo>
                  <a:pt x="-13176" y="868150"/>
                  <a:pt x="57170" y="750607"/>
                  <a:pt x="0" y="511114"/>
                </a:cubicBezTo>
                <a:cubicBezTo>
                  <a:pt x="-57170" y="271621"/>
                  <a:pt x="886" y="151023"/>
                  <a:pt x="0" y="0"/>
                </a:cubicBezTo>
                <a:close/>
              </a:path>
              <a:path w="6075494" h="1446550" stroke="0" extrusionOk="0">
                <a:moveTo>
                  <a:pt x="0" y="0"/>
                </a:moveTo>
                <a:cubicBezTo>
                  <a:pt x="227029" y="-66086"/>
                  <a:pt x="470560" y="57664"/>
                  <a:pt x="673828" y="0"/>
                </a:cubicBezTo>
                <a:cubicBezTo>
                  <a:pt x="877096" y="-57664"/>
                  <a:pt x="1091040" y="28912"/>
                  <a:pt x="1226145" y="0"/>
                </a:cubicBezTo>
                <a:cubicBezTo>
                  <a:pt x="1361250" y="-28912"/>
                  <a:pt x="1509050" y="49790"/>
                  <a:pt x="1778463" y="0"/>
                </a:cubicBezTo>
                <a:cubicBezTo>
                  <a:pt x="2047876" y="-49790"/>
                  <a:pt x="2082804" y="19057"/>
                  <a:pt x="2209271" y="0"/>
                </a:cubicBezTo>
                <a:cubicBezTo>
                  <a:pt x="2335738" y="-19057"/>
                  <a:pt x="2436199" y="7129"/>
                  <a:pt x="2640078" y="0"/>
                </a:cubicBezTo>
                <a:cubicBezTo>
                  <a:pt x="2843957" y="-7129"/>
                  <a:pt x="3144940" y="51638"/>
                  <a:pt x="3313906" y="0"/>
                </a:cubicBezTo>
                <a:cubicBezTo>
                  <a:pt x="3482872" y="-51638"/>
                  <a:pt x="3740152" y="38274"/>
                  <a:pt x="3866223" y="0"/>
                </a:cubicBezTo>
                <a:cubicBezTo>
                  <a:pt x="3992294" y="-38274"/>
                  <a:pt x="4214764" y="37707"/>
                  <a:pt x="4357786" y="0"/>
                </a:cubicBezTo>
                <a:cubicBezTo>
                  <a:pt x="4500808" y="-37707"/>
                  <a:pt x="4724905" y="42698"/>
                  <a:pt x="4970859" y="0"/>
                </a:cubicBezTo>
                <a:cubicBezTo>
                  <a:pt x="5216813" y="-42698"/>
                  <a:pt x="5155912" y="14647"/>
                  <a:pt x="5340912" y="0"/>
                </a:cubicBezTo>
                <a:cubicBezTo>
                  <a:pt x="5525912" y="-14647"/>
                  <a:pt x="5792947" y="18570"/>
                  <a:pt x="6075494" y="0"/>
                </a:cubicBezTo>
                <a:cubicBezTo>
                  <a:pt x="6115255" y="213743"/>
                  <a:pt x="6034630" y="338166"/>
                  <a:pt x="6075494" y="438787"/>
                </a:cubicBezTo>
                <a:cubicBezTo>
                  <a:pt x="6116358" y="539408"/>
                  <a:pt x="6025574" y="791248"/>
                  <a:pt x="6075494" y="949901"/>
                </a:cubicBezTo>
                <a:cubicBezTo>
                  <a:pt x="6125414" y="1108554"/>
                  <a:pt x="6060494" y="1227887"/>
                  <a:pt x="6075494" y="1446550"/>
                </a:cubicBezTo>
                <a:cubicBezTo>
                  <a:pt x="5970511" y="1470961"/>
                  <a:pt x="5835532" y="1428519"/>
                  <a:pt x="5705441" y="1446550"/>
                </a:cubicBezTo>
                <a:cubicBezTo>
                  <a:pt x="5575350" y="1464581"/>
                  <a:pt x="5379733" y="1417243"/>
                  <a:pt x="5153124" y="1446550"/>
                </a:cubicBezTo>
                <a:cubicBezTo>
                  <a:pt x="4926515" y="1475857"/>
                  <a:pt x="4965910" y="1422475"/>
                  <a:pt x="4783071" y="1446550"/>
                </a:cubicBezTo>
                <a:cubicBezTo>
                  <a:pt x="4600232" y="1470625"/>
                  <a:pt x="4496619" y="1438224"/>
                  <a:pt x="4413018" y="1446550"/>
                </a:cubicBezTo>
                <a:cubicBezTo>
                  <a:pt x="4329417" y="1454876"/>
                  <a:pt x="3875459" y="1388014"/>
                  <a:pt x="3739190" y="1446550"/>
                </a:cubicBezTo>
                <a:cubicBezTo>
                  <a:pt x="3602921" y="1505086"/>
                  <a:pt x="3486973" y="1435886"/>
                  <a:pt x="3247628" y="1446550"/>
                </a:cubicBezTo>
                <a:cubicBezTo>
                  <a:pt x="3008283" y="1457214"/>
                  <a:pt x="2712108" y="1418677"/>
                  <a:pt x="2573800" y="1446550"/>
                </a:cubicBezTo>
                <a:cubicBezTo>
                  <a:pt x="2435492" y="1474423"/>
                  <a:pt x="2196284" y="1443484"/>
                  <a:pt x="1899973" y="1446550"/>
                </a:cubicBezTo>
                <a:cubicBezTo>
                  <a:pt x="1603662" y="1449616"/>
                  <a:pt x="1471872" y="1405245"/>
                  <a:pt x="1286900" y="1446550"/>
                </a:cubicBezTo>
                <a:cubicBezTo>
                  <a:pt x="1101928" y="1487855"/>
                  <a:pt x="932152" y="1432922"/>
                  <a:pt x="795337" y="1446550"/>
                </a:cubicBezTo>
                <a:cubicBezTo>
                  <a:pt x="658522" y="1460178"/>
                  <a:pt x="204778" y="1385169"/>
                  <a:pt x="0" y="1446550"/>
                </a:cubicBezTo>
                <a:cubicBezTo>
                  <a:pt x="-45689" y="1207410"/>
                  <a:pt x="28227" y="1095245"/>
                  <a:pt x="0" y="949901"/>
                </a:cubicBezTo>
                <a:cubicBezTo>
                  <a:pt x="-28227" y="804557"/>
                  <a:pt x="36450" y="664265"/>
                  <a:pt x="0" y="496649"/>
                </a:cubicBezTo>
                <a:cubicBezTo>
                  <a:pt x="-36450" y="329033"/>
                  <a:pt x="876" y="137500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610582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Question 2: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The value of a car depreciates by 15% each year. The value of a car when new is £14000. Work out the value of the car after 1 year</a:t>
            </a:r>
          </a:p>
        </p:txBody>
      </p:sp>
      <p:pic>
        <p:nvPicPr>
          <p:cNvPr id="10" name="Picture 4" descr="Free Calculator Cliparts, Download Free Clip Art, Free Clip Art on Clipart  Library">
            <a:extLst>
              <a:ext uri="{FF2B5EF4-FFF2-40B4-BE49-F238E27FC236}">
                <a16:creationId xmlns:a16="http://schemas.microsoft.com/office/drawing/2014/main" id="{E0D562DA-B610-4190-B2A1-D0FE12AE4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4844" y="76243"/>
            <a:ext cx="479386" cy="54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4FCE59-6F5A-424C-AF36-D20C6A11DFE9}"/>
              </a:ext>
            </a:extLst>
          </p:cNvPr>
          <p:cNvSpPr txBox="1"/>
          <p:nvPr/>
        </p:nvSpPr>
        <p:spPr>
          <a:xfrm>
            <a:off x="65107" y="3236419"/>
            <a:ext cx="5486400" cy="1446550"/>
          </a:xfrm>
          <a:custGeom>
            <a:avLst/>
            <a:gdLst>
              <a:gd name="csX0" fmla="*/ 0 w 5486400"/>
              <a:gd name="csY0" fmla="*/ 0 h 1446550"/>
              <a:gd name="csX1" fmla="*/ 438912 w 5486400"/>
              <a:gd name="csY1" fmla="*/ 0 h 1446550"/>
              <a:gd name="csX2" fmla="*/ 1097280 w 5486400"/>
              <a:gd name="csY2" fmla="*/ 0 h 1446550"/>
              <a:gd name="csX3" fmla="*/ 1591056 w 5486400"/>
              <a:gd name="csY3" fmla="*/ 0 h 1446550"/>
              <a:gd name="csX4" fmla="*/ 2139696 w 5486400"/>
              <a:gd name="csY4" fmla="*/ 0 h 1446550"/>
              <a:gd name="csX5" fmla="*/ 2688336 w 5486400"/>
              <a:gd name="csY5" fmla="*/ 0 h 1446550"/>
              <a:gd name="csX6" fmla="*/ 3182112 w 5486400"/>
              <a:gd name="csY6" fmla="*/ 0 h 1446550"/>
              <a:gd name="csX7" fmla="*/ 3785616 w 5486400"/>
              <a:gd name="csY7" fmla="*/ 0 h 1446550"/>
              <a:gd name="csX8" fmla="*/ 4389120 w 5486400"/>
              <a:gd name="csY8" fmla="*/ 0 h 1446550"/>
              <a:gd name="csX9" fmla="*/ 4992624 w 5486400"/>
              <a:gd name="csY9" fmla="*/ 0 h 1446550"/>
              <a:gd name="csX10" fmla="*/ 5486400 w 5486400"/>
              <a:gd name="csY10" fmla="*/ 0 h 1446550"/>
              <a:gd name="csX11" fmla="*/ 5486400 w 5486400"/>
              <a:gd name="csY11" fmla="*/ 496649 h 1446550"/>
              <a:gd name="csX12" fmla="*/ 5486400 w 5486400"/>
              <a:gd name="csY12" fmla="*/ 1007763 h 1446550"/>
              <a:gd name="csX13" fmla="*/ 5486400 w 5486400"/>
              <a:gd name="csY13" fmla="*/ 1446550 h 1446550"/>
              <a:gd name="csX14" fmla="*/ 4882896 w 5486400"/>
              <a:gd name="csY14" fmla="*/ 1446550 h 1446550"/>
              <a:gd name="csX15" fmla="*/ 4224528 w 5486400"/>
              <a:gd name="csY15" fmla="*/ 1446550 h 1446550"/>
              <a:gd name="csX16" fmla="*/ 3621024 w 5486400"/>
              <a:gd name="csY16" fmla="*/ 1446550 h 1446550"/>
              <a:gd name="csX17" fmla="*/ 2962656 w 5486400"/>
              <a:gd name="csY17" fmla="*/ 1446550 h 1446550"/>
              <a:gd name="csX18" fmla="*/ 2359152 w 5486400"/>
              <a:gd name="csY18" fmla="*/ 1446550 h 1446550"/>
              <a:gd name="csX19" fmla="*/ 1865376 w 5486400"/>
              <a:gd name="csY19" fmla="*/ 1446550 h 1446550"/>
              <a:gd name="csX20" fmla="*/ 1481328 w 5486400"/>
              <a:gd name="csY20" fmla="*/ 1446550 h 1446550"/>
              <a:gd name="csX21" fmla="*/ 1042416 w 5486400"/>
              <a:gd name="csY21" fmla="*/ 1446550 h 1446550"/>
              <a:gd name="csX22" fmla="*/ 603504 w 5486400"/>
              <a:gd name="csY22" fmla="*/ 1446550 h 1446550"/>
              <a:gd name="csX23" fmla="*/ 0 w 5486400"/>
              <a:gd name="csY23" fmla="*/ 1446550 h 1446550"/>
              <a:gd name="csX24" fmla="*/ 0 w 5486400"/>
              <a:gd name="csY24" fmla="*/ 949901 h 1446550"/>
              <a:gd name="csX25" fmla="*/ 0 w 5486400"/>
              <a:gd name="csY25" fmla="*/ 482183 h 1446550"/>
              <a:gd name="csX26" fmla="*/ 0 w 5486400"/>
              <a:gd name="csY26" fmla="*/ 0 h 1446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486400" h="1446550" fill="none" extrusionOk="0">
                <a:moveTo>
                  <a:pt x="0" y="0"/>
                </a:moveTo>
                <a:cubicBezTo>
                  <a:pt x="119607" y="-30608"/>
                  <a:pt x="325066" y="15290"/>
                  <a:pt x="438912" y="0"/>
                </a:cubicBezTo>
                <a:cubicBezTo>
                  <a:pt x="552758" y="-15290"/>
                  <a:pt x="808550" y="16223"/>
                  <a:pt x="1097280" y="0"/>
                </a:cubicBezTo>
                <a:cubicBezTo>
                  <a:pt x="1386010" y="-16223"/>
                  <a:pt x="1409446" y="2900"/>
                  <a:pt x="1591056" y="0"/>
                </a:cubicBezTo>
                <a:cubicBezTo>
                  <a:pt x="1772666" y="-2900"/>
                  <a:pt x="2003850" y="60720"/>
                  <a:pt x="2139696" y="0"/>
                </a:cubicBezTo>
                <a:cubicBezTo>
                  <a:pt x="2275542" y="-60720"/>
                  <a:pt x="2565036" y="40941"/>
                  <a:pt x="2688336" y="0"/>
                </a:cubicBezTo>
                <a:cubicBezTo>
                  <a:pt x="2811636" y="-40941"/>
                  <a:pt x="3044566" y="28385"/>
                  <a:pt x="3182112" y="0"/>
                </a:cubicBezTo>
                <a:cubicBezTo>
                  <a:pt x="3319658" y="-28385"/>
                  <a:pt x="3518535" y="40386"/>
                  <a:pt x="3785616" y="0"/>
                </a:cubicBezTo>
                <a:cubicBezTo>
                  <a:pt x="4052697" y="-40386"/>
                  <a:pt x="4182912" y="22560"/>
                  <a:pt x="4389120" y="0"/>
                </a:cubicBezTo>
                <a:cubicBezTo>
                  <a:pt x="4595328" y="-22560"/>
                  <a:pt x="4752314" y="41182"/>
                  <a:pt x="4992624" y="0"/>
                </a:cubicBezTo>
                <a:cubicBezTo>
                  <a:pt x="5232934" y="-41182"/>
                  <a:pt x="5306864" y="23589"/>
                  <a:pt x="5486400" y="0"/>
                </a:cubicBezTo>
                <a:cubicBezTo>
                  <a:pt x="5535713" y="239068"/>
                  <a:pt x="5477013" y="325649"/>
                  <a:pt x="5486400" y="496649"/>
                </a:cubicBezTo>
                <a:cubicBezTo>
                  <a:pt x="5495787" y="667649"/>
                  <a:pt x="5465630" y="806060"/>
                  <a:pt x="5486400" y="1007763"/>
                </a:cubicBezTo>
                <a:cubicBezTo>
                  <a:pt x="5507170" y="1209466"/>
                  <a:pt x="5454061" y="1274183"/>
                  <a:pt x="5486400" y="1446550"/>
                </a:cubicBezTo>
                <a:cubicBezTo>
                  <a:pt x="5239128" y="1500102"/>
                  <a:pt x="5170916" y="1383536"/>
                  <a:pt x="4882896" y="1446550"/>
                </a:cubicBezTo>
                <a:cubicBezTo>
                  <a:pt x="4594876" y="1509564"/>
                  <a:pt x="4503229" y="1437845"/>
                  <a:pt x="4224528" y="1446550"/>
                </a:cubicBezTo>
                <a:cubicBezTo>
                  <a:pt x="3945827" y="1455255"/>
                  <a:pt x="3827172" y="1377369"/>
                  <a:pt x="3621024" y="1446550"/>
                </a:cubicBezTo>
                <a:cubicBezTo>
                  <a:pt x="3414876" y="1515731"/>
                  <a:pt x="3203498" y="1424808"/>
                  <a:pt x="2962656" y="1446550"/>
                </a:cubicBezTo>
                <a:cubicBezTo>
                  <a:pt x="2721814" y="1468292"/>
                  <a:pt x="2525097" y="1445966"/>
                  <a:pt x="2359152" y="1446550"/>
                </a:cubicBezTo>
                <a:cubicBezTo>
                  <a:pt x="2193207" y="1447134"/>
                  <a:pt x="2027449" y="1389918"/>
                  <a:pt x="1865376" y="1446550"/>
                </a:cubicBezTo>
                <a:cubicBezTo>
                  <a:pt x="1703303" y="1503182"/>
                  <a:pt x="1620099" y="1424678"/>
                  <a:pt x="1481328" y="1446550"/>
                </a:cubicBezTo>
                <a:cubicBezTo>
                  <a:pt x="1342557" y="1468422"/>
                  <a:pt x="1199578" y="1424993"/>
                  <a:pt x="1042416" y="1446550"/>
                </a:cubicBezTo>
                <a:cubicBezTo>
                  <a:pt x="885254" y="1468107"/>
                  <a:pt x="706189" y="1438915"/>
                  <a:pt x="603504" y="1446550"/>
                </a:cubicBezTo>
                <a:cubicBezTo>
                  <a:pt x="500819" y="1454185"/>
                  <a:pt x="250416" y="1412423"/>
                  <a:pt x="0" y="1446550"/>
                </a:cubicBezTo>
                <a:cubicBezTo>
                  <a:pt x="-3911" y="1234235"/>
                  <a:pt x="56633" y="1133319"/>
                  <a:pt x="0" y="949901"/>
                </a:cubicBezTo>
                <a:cubicBezTo>
                  <a:pt x="-56633" y="766483"/>
                  <a:pt x="22379" y="602458"/>
                  <a:pt x="0" y="482183"/>
                </a:cubicBezTo>
                <a:cubicBezTo>
                  <a:pt x="-22379" y="361908"/>
                  <a:pt x="49423" y="119182"/>
                  <a:pt x="0" y="0"/>
                </a:cubicBezTo>
                <a:close/>
              </a:path>
              <a:path w="5486400" h="1446550" stroke="0" extrusionOk="0">
                <a:moveTo>
                  <a:pt x="0" y="0"/>
                </a:moveTo>
                <a:cubicBezTo>
                  <a:pt x="157618" y="-69786"/>
                  <a:pt x="435875" y="17510"/>
                  <a:pt x="658368" y="0"/>
                </a:cubicBezTo>
                <a:cubicBezTo>
                  <a:pt x="880861" y="-17510"/>
                  <a:pt x="1065572" y="43818"/>
                  <a:pt x="1207008" y="0"/>
                </a:cubicBezTo>
                <a:cubicBezTo>
                  <a:pt x="1348444" y="-43818"/>
                  <a:pt x="1597167" y="62795"/>
                  <a:pt x="1755648" y="0"/>
                </a:cubicBezTo>
                <a:cubicBezTo>
                  <a:pt x="1914129" y="-62795"/>
                  <a:pt x="2034907" y="26751"/>
                  <a:pt x="2194560" y="0"/>
                </a:cubicBezTo>
                <a:cubicBezTo>
                  <a:pt x="2354213" y="-26751"/>
                  <a:pt x="2541082" y="37793"/>
                  <a:pt x="2633472" y="0"/>
                </a:cubicBezTo>
                <a:cubicBezTo>
                  <a:pt x="2725862" y="-37793"/>
                  <a:pt x="3038838" y="30489"/>
                  <a:pt x="3291840" y="0"/>
                </a:cubicBezTo>
                <a:cubicBezTo>
                  <a:pt x="3544842" y="-30489"/>
                  <a:pt x="3724853" y="17233"/>
                  <a:pt x="3840480" y="0"/>
                </a:cubicBezTo>
                <a:cubicBezTo>
                  <a:pt x="3956107" y="-17233"/>
                  <a:pt x="4170348" y="40835"/>
                  <a:pt x="4334256" y="0"/>
                </a:cubicBezTo>
                <a:cubicBezTo>
                  <a:pt x="4498164" y="-40835"/>
                  <a:pt x="4744795" y="51875"/>
                  <a:pt x="4937760" y="0"/>
                </a:cubicBezTo>
                <a:cubicBezTo>
                  <a:pt x="5130725" y="-51875"/>
                  <a:pt x="5335814" y="21927"/>
                  <a:pt x="5486400" y="0"/>
                </a:cubicBezTo>
                <a:cubicBezTo>
                  <a:pt x="5541098" y="146971"/>
                  <a:pt x="5470192" y="332540"/>
                  <a:pt x="5486400" y="467718"/>
                </a:cubicBezTo>
                <a:cubicBezTo>
                  <a:pt x="5502608" y="602896"/>
                  <a:pt x="5475089" y="726815"/>
                  <a:pt x="5486400" y="978832"/>
                </a:cubicBezTo>
                <a:cubicBezTo>
                  <a:pt x="5497711" y="1230849"/>
                  <a:pt x="5441724" y="1332543"/>
                  <a:pt x="5486400" y="1446550"/>
                </a:cubicBezTo>
                <a:cubicBezTo>
                  <a:pt x="5286990" y="1493730"/>
                  <a:pt x="5094706" y="1445867"/>
                  <a:pt x="4828032" y="1446550"/>
                </a:cubicBezTo>
                <a:cubicBezTo>
                  <a:pt x="4561358" y="1447233"/>
                  <a:pt x="4568310" y="1412768"/>
                  <a:pt x="4443984" y="1446550"/>
                </a:cubicBezTo>
                <a:cubicBezTo>
                  <a:pt x="4319658" y="1480332"/>
                  <a:pt x="4050219" y="1407461"/>
                  <a:pt x="3895344" y="1446550"/>
                </a:cubicBezTo>
                <a:cubicBezTo>
                  <a:pt x="3740469" y="1485639"/>
                  <a:pt x="3679557" y="1412211"/>
                  <a:pt x="3511296" y="1446550"/>
                </a:cubicBezTo>
                <a:cubicBezTo>
                  <a:pt x="3343035" y="1480889"/>
                  <a:pt x="3313174" y="1407016"/>
                  <a:pt x="3127248" y="1446550"/>
                </a:cubicBezTo>
                <a:cubicBezTo>
                  <a:pt x="2941322" y="1486084"/>
                  <a:pt x="2729819" y="1400691"/>
                  <a:pt x="2468880" y="1446550"/>
                </a:cubicBezTo>
                <a:cubicBezTo>
                  <a:pt x="2207941" y="1492409"/>
                  <a:pt x="2097029" y="1422887"/>
                  <a:pt x="1975104" y="1446550"/>
                </a:cubicBezTo>
                <a:cubicBezTo>
                  <a:pt x="1853179" y="1470213"/>
                  <a:pt x="1584629" y="1398755"/>
                  <a:pt x="1316736" y="1446550"/>
                </a:cubicBezTo>
                <a:cubicBezTo>
                  <a:pt x="1048843" y="1494345"/>
                  <a:pt x="966568" y="1434578"/>
                  <a:pt x="658368" y="1446550"/>
                </a:cubicBezTo>
                <a:cubicBezTo>
                  <a:pt x="350168" y="1458522"/>
                  <a:pt x="227282" y="1382863"/>
                  <a:pt x="0" y="1446550"/>
                </a:cubicBezTo>
                <a:cubicBezTo>
                  <a:pt x="-8760" y="1235966"/>
                  <a:pt x="7317" y="1092268"/>
                  <a:pt x="0" y="978832"/>
                </a:cubicBezTo>
                <a:cubicBezTo>
                  <a:pt x="-7317" y="865396"/>
                  <a:pt x="38128" y="621895"/>
                  <a:pt x="0" y="496649"/>
                </a:cubicBezTo>
                <a:cubicBezTo>
                  <a:pt x="-38128" y="371403"/>
                  <a:pt x="28227" y="145344"/>
                  <a:pt x="0" y="0"/>
                </a:cubicBez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610582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Question 3: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Hannah invests £3000. The interest rate is 5% per year. How much will be in her account at the end of 1 year?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BB2EDA-0E47-468B-84E5-EB8AB9DBA5F7}"/>
              </a:ext>
            </a:extLst>
          </p:cNvPr>
          <p:cNvSpPr txBox="1"/>
          <p:nvPr/>
        </p:nvSpPr>
        <p:spPr>
          <a:xfrm>
            <a:off x="5689042" y="3235876"/>
            <a:ext cx="6198157" cy="1446550"/>
          </a:xfrm>
          <a:custGeom>
            <a:avLst/>
            <a:gdLst>
              <a:gd name="csX0" fmla="*/ 0 w 6198157"/>
              <a:gd name="csY0" fmla="*/ 0 h 1446550"/>
              <a:gd name="csX1" fmla="*/ 439506 w 6198157"/>
              <a:gd name="csY1" fmla="*/ 0 h 1446550"/>
              <a:gd name="csX2" fmla="*/ 1002974 w 6198157"/>
              <a:gd name="csY2" fmla="*/ 0 h 1446550"/>
              <a:gd name="csX3" fmla="*/ 1566443 w 6198157"/>
              <a:gd name="csY3" fmla="*/ 0 h 1446550"/>
              <a:gd name="csX4" fmla="*/ 2067931 w 6198157"/>
              <a:gd name="csY4" fmla="*/ 0 h 1446550"/>
              <a:gd name="csX5" fmla="*/ 2693381 w 6198157"/>
              <a:gd name="csY5" fmla="*/ 0 h 1446550"/>
              <a:gd name="csX6" fmla="*/ 3318831 w 6198157"/>
              <a:gd name="csY6" fmla="*/ 0 h 1446550"/>
              <a:gd name="csX7" fmla="*/ 3944282 w 6198157"/>
              <a:gd name="csY7" fmla="*/ 0 h 1446550"/>
              <a:gd name="csX8" fmla="*/ 4631714 w 6198157"/>
              <a:gd name="csY8" fmla="*/ 0 h 1446550"/>
              <a:gd name="csX9" fmla="*/ 5257164 w 6198157"/>
              <a:gd name="csY9" fmla="*/ 0 h 1446550"/>
              <a:gd name="csX10" fmla="*/ 5696670 w 6198157"/>
              <a:gd name="csY10" fmla="*/ 0 h 1446550"/>
              <a:gd name="csX11" fmla="*/ 6198157 w 6198157"/>
              <a:gd name="csY11" fmla="*/ 0 h 1446550"/>
              <a:gd name="csX12" fmla="*/ 6198157 w 6198157"/>
              <a:gd name="csY12" fmla="*/ 453252 h 1446550"/>
              <a:gd name="csX13" fmla="*/ 6198157 w 6198157"/>
              <a:gd name="csY13" fmla="*/ 892039 h 1446550"/>
              <a:gd name="csX14" fmla="*/ 6198157 w 6198157"/>
              <a:gd name="csY14" fmla="*/ 1446550 h 1446550"/>
              <a:gd name="csX15" fmla="*/ 5572707 w 6198157"/>
              <a:gd name="csY15" fmla="*/ 1446550 h 1446550"/>
              <a:gd name="csX16" fmla="*/ 4947256 w 6198157"/>
              <a:gd name="csY16" fmla="*/ 1446550 h 1446550"/>
              <a:gd name="csX17" fmla="*/ 4445769 w 6198157"/>
              <a:gd name="csY17" fmla="*/ 1446550 h 1446550"/>
              <a:gd name="csX18" fmla="*/ 4068245 w 6198157"/>
              <a:gd name="csY18" fmla="*/ 1446550 h 1446550"/>
              <a:gd name="csX19" fmla="*/ 3628739 w 6198157"/>
              <a:gd name="csY19" fmla="*/ 1446550 h 1446550"/>
              <a:gd name="csX20" fmla="*/ 3189234 w 6198157"/>
              <a:gd name="csY20" fmla="*/ 1446550 h 1446550"/>
              <a:gd name="csX21" fmla="*/ 2811709 w 6198157"/>
              <a:gd name="csY21" fmla="*/ 1446550 h 1446550"/>
              <a:gd name="csX22" fmla="*/ 2186259 w 6198157"/>
              <a:gd name="csY22" fmla="*/ 1446550 h 1446550"/>
              <a:gd name="csX23" fmla="*/ 1498827 w 6198157"/>
              <a:gd name="csY23" fmla="*/ 1446550 h 1446550"/>
              <a:gd name="csX24" fmla="*/ 1121303 w 6198157"/>
              <a:gd name="csY24" fmla="*/ 1446550 h 1446550"/>
              <a:gd name="csX25" fmla="*/ 0 w 6198157"/>
              <a:gd name="csY25" fmla="*/ 1446550 h 1446550"/>
              <a:gd name="csX26" fmla="*/ 0 w 6198157"/>
              <a:gd name="csY26" fmla="*/ 1007763 h 1446550"/>
              <a:gd name="csX27" fmla="*/ 0 w 6198157"/>
              <a:gd name="csY27" fmla="*/ 511114 h 1446550"/>
              <a:gd name="csX28" fmla="*/ 0 w 6198157"/>
              <a:gd name="csY28" fmla="*/ 0 h 1446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6198157" h="1446550" fill="none" extrusionOk="0">
                <a:moveTo>
                  <a:pt x="0" y="0"/>
                </a:moveTo>
                <a:cubicBezTo>
                  <a:pt x="169248" y="-28326"/>
                  <a:pt x="309324" y="47437"/>
                  <a:pt x="439506" y="0"/>
                </a:cubicBezTo>
                <a:cubicBezTo>
                  <a:pt x="569688" y="-47437"/>
                  <a:pt x="807017" y="11194"/>
                  <a:pt x="1002974" y="0"/>
                </a:cubicBezTo>
                <a:cubicBezTo>
                  <a:pt x="1198931" y="-11194"/>
                  <a:pt x="1395030" y="5353"/>
                  <a:pt x="1566443" y="0"/>
                </a:cubicBezTo>
                <a:cubicBezTo>
                  <a:pt x="1737856" y="-5353"/>
                  <a:pt x="1893890" y="20815"/>
                  <a:pt x="2067931" y="0"/>
                </a:cubicBezTo>
                <a:cubicBezTo>
                  <a:pt x="2241972" y="-20815"/>
                  <a:pt x="2394591" y="13338"/>
                  <a:pt x="2693381" y="0"/>
                </a:cubicBezTo>
                <a:cubicBezTo>
                  <a:pt x="2992171" y="-13338"/>
                  <a:pt x="3192894" y="37602"/>
                  <a:pt x="3318831" y="0"/>
                </a:cubicBezTo>
                <a:cubicBezTo>
                  <a:pt x="3444768" y="-37602"/>
                  <a:pt x="3794715" y="37947"/>
                  <a:pt x="3944282" y="0"/>
                </a:cubicBezTo>
                <a:cubicBezTo>
                  <a:pt x="4093849" y="-37947"/>
                  <a:pt x="4461280" y="29101"/>
                  <a:pt x="4631714" y="0"/>
                </a:cubicBezTo>
                <a:cubicBezTo>
                  <a:pt x="4802148" y="-29101"/>
                  <a:pt x="4978193" y="39306"/>
                  <a:pt x="5257164" y="0"/>
                </a:cubicBezTo>
                <a:cubicBezTo>
                  <a:pt x="5536135" y="-39306"/>
                  <a:pt x="5503045" y="837"/>
                  <a:pt x="5696670" y="0"/>
                </a:cubicBezTo>
                <a:cubicBezTo>
                  <a:pt x="5890295" y="-837"/>
                  <a:pt x="6064172" y="13373"/>
                  <a:pt x="6198157" y="0"/>
                </a:cubicBezTo>
                <a:cubicBezTo>
                  <a:pt x="6213311" y="185545"/>
                  <a:pt x="6194122" y="295480"/>
                  <a:pt x="6198157" y="453252"/>
                </a:cubicBezTo>
                <a:cubicBezTo>
                  <a:pt x="6202192" y="611024"/>
                  <a:pt x="6176459" y="702222"/>
                  <a:pt x="6198157" y="892039"/>
                </a:cubicBezTo>
                <a:cubicBezTo>
                  <a:pt x="6219855" y="1081856"/>
                  <a:pt x="6140894" y="1231396"/>
                  <a:pt x="6198157" y="1446550"/>
                </a:cubicBezTo>
                <a:cubicBezTo>
                  <a:pt x="6013157" y="1476035"/>
                  <a:pt x="5720249" y="1373796"/>
                  <a:pt x="5572707" y="1446550"/>
                </a:cubicBezTo>
                <a:cubicBezTo>
                  <a:pt x="5425165" y="1519304"/>
                  <a:pt x="5226692" y="1438387"/>
                  <a:pt x="4947256" y="1446550"/>
                </a:cubicBezTo>
                <a:cubicBezTo>
                  <a:pt x="4667820" y="1454713"/>
                  <a:pt x="4655981" y="1400380"/>
                  <a:pt x="4445769" y="1446550"/>
                </a:cubicBezTo>
                <a:cubicBezTo>
                  <a:pt x="4235557" y="1492720"/>
                  <a:pt x="4187381" y="1431418"/>
                  <a:pt x="4068245" y="1446550"/>
                </a:cubicBezTo>
                <a:cubicBezTo>
                  <a:pt x="3949109" y="1461682"/>
                  <a:pt x="3835079" y="1427798"/>
                  <a:pt x="3628739" y="1446550"/>
                </a:cubicBezTo>
                <a:cubicBezTo>
                  <a:pt x="3422399" y="1465302"/>
                  <a:pt x="3298410" y="1401900"/>
                  <a:pt x="3189234" y="1446550"/>
                </a:cubicBezTo>
                <a:cubicBezTo>
                  <a:pt x="3080058" y="1491200"/>
                  <a:pt x="2949175" y="1402349"/>
                  <a:pt x="2811709" y="1446550"/>
                </a:cubicBezTo>
                <a:cubicBezTo>
                  <a:pt x="2674243" y="1490751"/>
                  <a:pt x="2437625" y="1402305"/>
                  <a:pt x="2186259" y="1446550"/>
                </a:cubicBezTo>
                <a:cubicBezTo>
                  <a:pt x="1934893" y="1490795"/>
                  <a:pt x="1656764" y="1443013"/>
                  <a:pt x="1498827" y="1446550"/>
                </a:cubicBezTo>
                <a:cubicBezTo>
                  <a:pt x="1340890" y="1450087"/>
                  <a:pt x="1277921" y="1419028"/>
                  <a:pt x="1121303" y="1446550"/>
                </a:cubicBezTo>
                <a:cubicBezTo>
                  <a:pt x="964685" y="1474072"/>
                  <a:pt x="406360" y="1440384"/>
                  <a:pt x="0" y="1446550"/>
                </a:cubicBezTo>
                <a:cubicBezTo>
                  <a:pt x="-49493" y="1255996"/>
                  <a:pt x="13176" y="1147376"/>
                  <a:pt x="0" y="1007763"/>
                </a:cubicBezTo>
                <a:cubicBezTo>
                  <a:pt x="-13176" y="868150"/>
                  <a:pt x="57170" y="750607"/>
                  <a:pt x="0" y="511114"/>
                </a:cubicBezTo>
                <a:cubicBezTo>
                  <a:pt x="-57170" y="271621"/>
                  <a:pt x="886" y="151023"/>
                  <a:pt x="0" y="0"/>
                </a:cubicBezTo>
                <a:close/>
              </a:path>
              <a:path w="6198157" h="1446550" stroke="0" extrusionOk="0">
                <a:moveTo>
                  <a:pt x="0" y="0"/>
                </a:moveTo>
                <a:cubicBezTo>
                  <a:pt x="236510" y="-77632"/>
                  <a:pt x="437838" y="27899"/>
                  <a:pt x="687432" y="0"/>
                </a:cubicBezTo>
                <a:cubicBezTo>
                  <a:pt x="937026" y="-27899"/>
                  <a:pt x="1122797" y="15189"/>
                  <a:pt x="1250901" y="0"/>
                </a:cubicBezTo>
                <a:cubicBezTo>
                  <a:pt x="1379005" y="-15189"/>
                  <a:pt x="1594911" y="10508"/>
                  <a:pt x="1814370" y="0"/>
                </a:cubicBezTo>
                <a:cubicBezTo>
                  <a:pt x="2033829" y="-10508"/>
                  <a:pt x="2146343" y="2747"/>
                  <a:pt x="2253875" y="0"/>
                </a:cubicBezTo>
                <a:cubicBezTo>
                  <a:pt x="2361408" y="-2747"/>
                  <a:pt x="2575462" y="15359"/>
                  <a:pt x="2693381" y="0"/>
                </a:cubicBezTo>
                <a:cubicBezTo>
                  <a:pt x="2811300" y="-15359"/>
                  <a:pt x="3204115" y="33807"/>
                  <a:pt x="3380813" y="0"/>
                </a:cubicBezTo>
                <a:cubicBezTo>
                  <a:pt x="3557511" y="-33807"/>
                  <a:pt x="3778986" y="17765"/>
                  <a:pt x="3944282" y="0"/>
                </a:cubicBezTo>
                <a:cubicBezTo>
                  <a:pt x="4109578" y="-17765"/>
                  <a:pt x="4305762" y="14839"/>
                  <a:pt x="4445769" y="0"/>
                </a:cubicBezTo>
                <a:cubicBezTo>
                  <a:pt x="4585776" y="-14839"/>
                  <a:pt x="4768358" y="45331"/>
                  <a:pt x="5071219" y="0"/>
                </a:cubicBezTo>
                <a:cubicBezTo>
                  <a:pt x="5374080" y="-45331"/>
                  <a:pt x="5310583" y="20950"/>
                  <a:pt x="5448743" y="0"/>
                </a:cubicBezTo>
                <a:cubicBezTo>
                  <a:pt x="5586903" y="-20950"/>
                  <a:pt x="5866274" y="54980"/>
                  <a:pt x="6198157" y="0"/>
                </a:cubicBezTo>
                <a:cubicBezTo>
                  <a:pt x="6237918" y="213743"/>
                  <a:pt x="6157293" y="338166"/>
                  <a:pt x="6198157" y="438787"/>
                </a:cubicBezTo>
                <a:cubicBezTo>
                  <a:pt x="6239021" y="539408"/>
                  <a:pt x="6148237" y="791248"/>
                  <a:pt x="6198157" y="949901"/>
                </a:cubicBezTo>
                <a:cubicBezTo>
                  <a:pt x="6248077" y="1108554"/>
                  <a:pt x="6183157" y="1227887"/>
                  <a:pt x="6198157" y="1446550"/>
                </a:cubicBezTo>
                <a:cubicBezTo>
                  <a:pt x="6053531" y="1451001"/>
                  <a:pt x="5913634" y="1406676"/>
                  <a:pt x="5820633" y="1446550"/>
                </a:cubicBezTo>
                <a:cubicBezTo>
                  <a:pt x="5727632" y="1486424"/>
                  <a:pt x="5505608" y="1399025"/>
                  <a:pt x="5257164" y="1446550"/>
                </a:cubicBezTo>
                <a:cubicBezTo>
                  <a:pt x="5008720" y="1494075"/>
                  <a:pt x="5051123" y="1444945"/>
                  <a:pt x="4879640" y="1446550"/>
                </a:cubicBezTo>
                <a:cubicBezTo>
                  <a:pt x="4708157" y="1448155"/>
                  <a:pt x="4627094" y="1410608"/>
                  <a:pt x="4502116" y="1446550"/>
                </a:cubicBezTo>
                <a:cubicBezTo>
                  <a:pt x="4377138" y="1482492"/>
                  <a:pt x="4104091" y="1398678"/>
                  <a:pt x="3814684" y="1446550"/>
                </a:cubicBezTo>
                <a:cubicBezTo>
                  <a:pt x="3525277" y="1494422"/>
                  <a:pt x="3504414" y="1416071"/>
                  <a:pt x="3313197" y="1446550"/>
                </a:cubicBezTo>
                <a:cubicBezTo>
                  <a:pt x="3121980" y="1477029"/>
                  <a:pt x="2774913" y="1396232"/>
                  <a:pt x="2625765" y="1446550"/>
                </a:cubicBezTo>
                <a:cubicBezTo>
                  <a:pt x="2476617" y="1496868"/>
                  <a:pt x="2230420" y="1407863"/>
                  <a:pt x="1938333" y="1446550"/>
                </a:cubicBezTo>
                <a:cubicBezTo>
                  <a:pt x="1646246" y="1485237"/>
                  <a:pt x="1536541" y="1419551"/>
                  <a:pt x="1312882" y="1446550"/>
                </a:cubicBezTo>
                <a:cubicBezTo>
                  <a:pt x="1089223" y="1473549"/>
                  <a:pt x="1055634" y="1399663"/>
                  <a:pt x="811395" y="1446550"/>
                </a:cubicBezTo>
                <a:cubicBezTo>
                  <a:pt x="567156" y="1493437"/>
                  <a:pt x="314259" y="1437788"/>
                  <a:pt x="0" y="1446550"/>
                </a:cubicBezTo>
                <a:cubicBezTo>
                  <a:pt x="-45689" y="1207410"/>
                  <a:pt x="28227" y="1095245"/>
                  <a:pt x="0" y="949901"/>
                </a:cubicBezTo>
                <a:cubicBezTo>
                  <a:pt x="-28227" y="804557"/>
                  <a:pt x="36450" y="664265"/>
                  <a:pt x="0" y="496649"/>
                </a:cubicBezTo>
                <a:cubicBezTo>
                  <a:pt x="-36450" y="329033"/>
                  <a:pt x="876" y="137500"/>
                  <a:pt x="0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6610582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Question 4: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 builders bill is £962 before VAT is added. VAT is charged at a rate of 20%. What will the bill be after VAT is added?</a:t>
            </a:r>
          </a:p>
        </p:txBody>
      </p:sp>
      <p:pic>
        <p:nvPicPr>
          <p:cNvPr id="13" name="Picture 4" descr="Free Calculator Cliparts, Download Free Clip Art, Free Clip Art on Clipart  Library">
            <a:extLst>
              <a:ext uri="{FF2B5EF4-FFF2-40B4-BE49-F238E27FC236}">
                <a16:creationId xmlns:a16="http://schemas.microsoft.com/office/drawing/2014/main" id="{EE428DFF-35DA-4959-9D8F-1FC620CC1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4844" y="2961941"/>
            <a:ext cx="479386" cy="54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52242F-1D91-41D7-8A35-DACB3C3B19F0}"/>
              </a:ext>
            </a:extLst>
          </p:cNvPr>
          <p:cNvSpPr txBox="1"/>
          <p:nvPr/>
        </p:nvSpPr>
        <p:spPr>
          <a:xfrm>
            <a:off x="65107" y="1886426"/>
            <a:ext cx="2288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4% of £25000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26F775-0677-40FF-800B-D5432C300B93}"/>
                  </a:ext>
                </a:extLst>
              </p:cNvPr>
              <p:cNvSpPr txBox="1"/>
              <p:nvPr/>
            </p:nvSpPr>
            <p:spPr>
              <a:xfrm>
                <a:off x="2015331" y="1694442"/>
                <a:ext cx="2288666" cy="741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4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100</m:t>
                          </m:r>
                        </m:den>
                      </m:f>
                      <m:r>
                        <m:rPr>
                          <m:nor/>
                        </m:rPr>
                        <a:rPr lang="en-GB" sz="22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 25000</m:t>
                      </m:r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26F775-0677-40FF-800B-D5432C300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331" y="1694442"/>
                <a:ext cx="2288666" cy="7412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66D45D-B0DC-4E80-8A82-189FBC443696}"/>
                  </a:ext>
                </a:extLst>
              </p:cNvPr>
              <p:cNvSpPr txBox="1"/>
              <p:nvPr/>
            </p:nvSpPr>
            <p:spPr>
              <a:xfrm>
                <a:off x="4254926" y="1886425"/>
                <a:ext cx="129658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200" b="0" i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£1000</m:t>
                    </m:r>
                  </m:oMath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66D45D-B0DC-4E80-8A82-189FBC443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926" y="1886425"/>
                <a:ext cx="1296581" cy="430887"/>
              </a:xfrm>
              <a:prstGeom prst="rect">
                <a:avLst/>
              </a:prstGeom>
              <a:blipFill>
                <a:blip r:embed="rId4"/>
                <a:stretch>
                  <a:fillRect l="-6103" t="-7042" b="-295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6455220-807A-4B19-9E32-0EBAD86BD253}"/>
                  </a:ext>
                </a:extLst>
              </p:cNvPr>
              <p:cNvSpPr txBox="1"/>
              <p:nvPr/>
            </p:nvSpPr>
            <p:spPr>
              <a:xfrm>
                <a:off x="2059211" y="2531054"/>
                <a:ext cx="353977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£25000 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200" b="0" i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£1000</m:t>
                    </m:r>
                  </m:oMath>
                </a14:m>
                <a:r>
                  <a:rPr lang="en-GB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£26000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6455220-807A-4B19-9E32-0EBAD86BD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211" y="2531054"/>
                <a:ext cx="3539777" cy="430887"/>
              </a:xfrm>
              <a:prstGeom prst="rect">
                <a:avLst/>
              </a:prstGeom>
              <a:blipFill>
                <a:blip r:embed="rId5"/>
                <a:stretch>
                  <a:fillRect l="-2241" t="-8451" r="-862" b="-295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8FF406B-C7CA-49C0-9F37-A4F968AE9006}"/>
              </a:ext>
            </a:extLst>
          </p:cNvPr>
          <p:cNvSpPr txBox="1"/>
          <p:nvPr/>
        </p:nvSpPr>
        <p:spPr>
          <a:xfrm>
            <a:off x="5689042" y="1886426"/>
            <a:ext cx="2493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15% of £14000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3E3F88-BD97-4E20-AD05-C54B99E6C439}"/>
                  </a:ext>
                </a:extLst>
              </p:cNvPr>
              <p:cNvSpPr txBox="1"/>
              <p:nvPr/>
            </p:nvSpPr>
            <p:spPr>
              <a:xfrm>
                <a:off x="7844125" y="1694442"/>
                <a:ext cx="2288666" cy="741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100</m:t>
                          </m:r>
                        </m:den>
                      </m:f>
                      <m:r>
                        <m:rPr>
                          <m:nor/>
                        </m:rPr>
                        <a:rPr lang="en-GB" sz="22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 14000</m:t>
                      </m:r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3E3F88-BD97-4E20-AD05-C54B99E6C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125" y="1694442"/>
                <a:ext cx="2288666" cy="7412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C6E714-957A-48D3-ACCF-7356771B629A}"/>
                  </a:ext>
                </a:extLst>
              </p:cNvPr>
              <p:cNvSpPr txBox="1"/>
              <p:nvPr/>
            </p:nvSpPr>
            <p:spPr>
              <a:xfrm>
                <a:off x="10083720" y="1886425"/>
                <a:ext cx="129658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200" b="0" i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£2100</m:t>
                    </m:r>
                  </m:oMath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C6E714-957A-48D3-ACCF-7356771B6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3720" y="1886425"/>
                <a:ext cx="1296581" cy="430887"/>
              </a:xfrm>
              <a:prstGeom prst="rect">
                <a:avLst/>
              </a:prstGeom>
              <a:blipFill>
                <a:blip r:embed="rId7"/>
                <a:stretch>
                  <a:fillRect l="-6103" t="-7042" b="-295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4D8A0C-9BD0-47B5-917C-4827F7585135}"/>
                  </a:ext>
                </a:extLst>
              </p:cNvPr>
              <p:cNvSpPr txBox="1"/>
              <p:nvPr/>
            </p:nvSpPr>
            <p:spPr>
              <a:xfrm>
                <a:off x="7888005" y="2531054"/>
                <a:ext cx="353977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£14000 –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200" b="0" i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£2100</m:t>
                    </m:r>
                  </m:oMath>
                </a14:m>
                <a:r>
                  <a:rPr lang="en-GB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£11900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4D8A0C-9BD0-47B5-917C-4827F7585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005" y="2531054"/>
                <a:ext cx="3539777" cy="430887"/>
              </a:xfrm>
              <a:prstGeom prst="rect">
                <a:avLst/>
              </a:prstGeom>
              <a:blipFill>
                <a:blip r:embed="rId8"/>
                <a:stretch>
                  <a:fillRect l="-2238" t="-8451" b="-295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0C93121A-6A60-4871-89A8-4E7B3CBC5CAD}"/>
              </a:ext>
            </a:extLst>
          </p:cNvPr>
          <p:cNvSpPr txBox="1"/>
          <p:nvPr/>
        </p:nvSpPr>
        <p:spPr>
          <a:xfrm>
            <a:off x="390708" y="4742003"/>
            <a:ext cx="30747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10% of £3000 = £300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7DF71E0-B2F6-478E-A0F2-B3B0AEBE3E63}"/>
                  </a:ext>
                </a:extLst>
              </p:cNvPr>
              <p:cNvSpPr/>
              <p:nvPr/>
            </p:nvSpPr>
            <p:spPr>
              <a:xfrm>
                <a:off x="1325058" y="5171188"/>
                <a:ext cx="734153" cy="430887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7DF71E0-B2F6-478E-A0F2-B3B0AEBE3E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058" y="5171188"/>
                <a:ext cx="734153" cy="430887"/>
              </a:xfrm>
              <a:prstGeom prst="ellipse">
                <a:avLst/>
              </a:prstGeom>
              <a:blipFill>
                <a:blip r:embed="rId9"/>
                <a:stretch>
                  <a:fillRect b="-136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00A9D17-EE63-4CCD-B2F1-7EF3B8BA19FB}"/>
              </a:ext>
            </a:extLst>
          </p:cNvPr>
          <p:cNvSpPr txBox="1"/>
          <p:nvPr/>
        </p:nvSpPr>
        <p:spPr>
          <a:xfrm>
            <a:off x="521840" y="5597395"/>
            <a:ext cx="30747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5% of £3000 = £150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EF878D-2CE9-4ED0-9E62-B2752DDE97C3}"/>
              </a:ext>
            </a:extLst>
          </p:cNvPr>
          <p:cNvSpPr txBox="1"/>
          <p:nvPr/>
        </p:nvSpPr>
        <p:spPr>
          <a:xfrm>
            <a:off x="521839" y="6087316"/>
            <a:ext cx="30747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£3000 + £150 = £3150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D89C95-A14E-47D6-834C-66E499D6A97E}"/>
              </a:ext>
            </a:extLst>
          </p:cNvPr>
          <p:cNvSpPr txBox="1"/>
          <p:nvPr/>
        </p:nvSpPr>
        <p:spPr>
          <a:xfrm>
            <a:off x="5689042" y="4863158"/>
            <a:ext cx="2583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20% of £962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78DE00-D9C8-4068-9952-C54E5728CCFD}"/>
                  </a:ext>
                </a:extLst>
              </p:cNvPr>
              <p:cNvSpPr txBox="1"/>
              <p:nvPr/>
            </p:nvSpPr>
            <p:spPr>
              <a:xfrm>
                <a:off x="7369227" y="4683018"/>
                <a:ext cx="2288666" cy="741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20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100</m:t>
                          </m:r>
                        </m:den>
                      </m:f>
                      <m:r>
                        <m:rPr>
                          <m:nor/>
                        </m:rPr>
                        <a:rPr lang="en-GB" sz="22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 962</m:t>
                      </m:r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78DE00-D9C8-4068-9952-C54E5728C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227" y="4683018"/>
                <a:ext cx="2288666" cy="74129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20DA2CC-B17A-4D6B-AF36-2AE37CC021E4}"/>
                  </a:ext>
                </a:extLst>
              </p:cNvPr>
              <p:cNvSpPr txBox="1"/>
              <p:nvPr/>
            </p:nvSpPr>
            <p:spPr>
              <a:xfrm>
                <a:off x="9304515" y="4838220"/>
                <a:ext cx="171289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200" b="0" i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£192.40</m:t>
                    </m:r>
                  </m:oMath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20DA2CC-B17A-4D6B-AF36-2AE37CC02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4515" y="4838220"/>
                <a:ext cx="1712890" cy="430887"/>
              </a:xfrm>
              <a:prstGeom prst="rect">
                <a:avLst/>
              </a:prstGeom>
              <a:blipFill>
                <a:blip r:embed="rId11"/>
                <a:stretch>
                  <a:fillRect l="-4626" t="-8571" b="-3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2EAA5C0-5C0B-45F3-B62B-354EC09F7CFD}"/>
              </a:ext>
            </a:extLst>
          </p:cNvPr>
          <p:cNvSpPr txBox="1"/>
          <p:nvPr/>
        </p:nvSpPr>
        <p:spPr>
          <a:xfrm>
            <a:off x="7471318" y="5525906"/>
            <a:ext cx="39089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0" dirty="0">
                <a:latin typeface="Arial" panose="020B0604020202020204" pitchFamily="34" charset="0"/>
                <a:cs typeface="Arial" panose="020B0604020202020204" pitchFamily="34" charset="0"/>
              </a:rPr>
              <a:t>£962 + £192.40  = £1154.40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14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2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8" grpId="0" animBg="1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EFEA50-65F0-4785-B146-BE32481CA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376" y="2359059"/>
            <a:ext cx="9047248" cy="21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796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6F5A0A-CDD1-4058-857E-5EE1F274C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299"/>
            <a:ext cx="6376969" cy="11766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02D37C-26F4-436A-9DDD-D06BDD5AA1AF}"/>
              </a:ext>
            </a:extLst>
          </p:cNvPr>
          <p:cNvSpPr txBox="1"/>
          <p:nvPr/>
        </p:nvSpPr>
        <p:spPr>
          <a:xfrm>
            <a:off x="6765026" y="412322"/>
            <a:ext cx="50552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0" dirty="0">
                <a:latin typeface="Arial" panose="020B0604020202020204" pitchFamily="34" charset="0"/>
                <a:cs typeface="Arial" panose="020B0604020202020204" pitchFamily="34" charset="0"/>
              </a:rPr>
              <a:t>A multiplier is a single number that an amount is multiplie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d by in order to increase or decrease that amount.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9F9472-9B27-4804-8D28-8CB9895C072A}"/>
                  </a:ext>
                </a:extLst>
              </p:cNvPr>
              <p:cNvSpPr txBox="1"/>
              <p:nvPr/>
            </p:nvSpPr>
            <p:spPr>
              <a:xfrm>
                <a:off x="901366" y="1492816"/>
                <a:ext cx="2390124" cy="1075294"/>
              </a:xfrm>
              <a:prstGeom prst="rect">
                <a:avLst/>
              </a:prstGeom>
              <a:solidFill>
                <a:srgbClr val="FF9999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2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For an increase: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1 +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rate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9F9472-9B27-4804-8D28-8CB9895C0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366" y="1492816"/>
                <a:ext cx="2390124" cy="1075294"/>
              </a:xfrm>
              <a:prstGeom prst="rect">
                <a:avLst/>
              </a:prstGeom>
              <a:blipFill>
                <a:blip r:embed="rId3"/>
                <a:stretch>
                  <a:fillRect l="-3316" t="-34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68DB88-B366-4796-8CEA-B714B065E74D}"/>
                  </a:ext>
                </a:extLst>
              </p:cNvPr>
              <p:cNvSpPr txBox="1"/>
              <p:nvPr/>
            </p:nvSpPr>
            <p:spPr>
              <a:xfrm>
                <a:off x="758283" y="5713732"/>
                <a:ext cx="1402910" cy="73674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1 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68DB88-B366-4796-8CEA-B714B065E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83" y="5713732"/>
                <a:ext cx="1402910" cy="7367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FFBEF62-00B1-4C14-AFB3-F9C1F52C1F02}"/>
              </a:ext>
            </a:extLst>
          </p:cNvPr>
          <p:cNvSpPr txBox="1"/>
          <p:nvPr/>
        </p:nvSpPr>
        <p:spPr>
          <a:xfrm>
            <a:off x="249045" y="3079850"/>
            <a:ext cx="3609278" cy="769441"/>
          </a:xfrm>
          <a:custGeom>
            <a:avLst/>
            <a:gdLst>
              <a:gd name="csX0" fmla="*/ 0 w 3609278"/>
              <a:gd name="csY0" fmla="*/ 0 h 769441"/>
              <a:gd name="csX1" fmla="*/ 479518 w 3609278"/>
              <a:gd name="csY1" fmla="*/ 0 h 769441"/>
              <a:gd name="csX2" fmla="*/ 1031222 w 3609278"/>
              <a:gd name="csY2" fmla="*/ 0 h 769441"/>
              <a:gd name="csX3" fmla="*/ 1438555 w 3609278"/>
              <a:gd name="csY3" fmla="*/ 0 h 769441"/>
              <a:gd name="csX4" fmla="*/ 1918073 w 3609278"/>
              <a:gd name="csY4" fmla="*/ 0 h 769441"/>
              <a:gd name="csX5" fmla="*/ 2397592 w 3609278"/>
              <a:gd name="csY5" fmla="*/ 0 h 769441"/>
              <a:gd name="csX6" fmla="*/ 2913203 w 3609278"/>
              <a:gd name="csY6" fmla="*/ 0 h 769441"/>
              <a:gd name="csX7" fmla="*/ 3609278 w 3609278"/>
              <a:gd name="csY7" fmla="*/ 0 h 769441"/>
              <a:gd name="csX8" fmla="*/ 3609278 w 3609278"/>
              <a:gd name="csY8" fmla="*/ 369332 h 769441"/>
              <a:gd name="csX9" fmla="*/ 3609278 w 3609278"/>
              <a:gd name="csY9" fmla="*/ 769441 h 769441"/>
              <a:gd name="csX10" fmla="*/ 3165852 w 3609278"/>
              <a:gd name="csY10" fmla="*/ 769441 h 769441"/>
              <a:gd name="csX11" fmla="*/ 2686334 w 3609278"/>
              <a:gd name="csY11" fmla="*/ 769441 h 769441"/>
              <a:gd name="csX12" fmla="*/ 2242908 w 3609278"/>
              <a:gd name="csY12" fmla="*/ 769441 h 769441"/>
              <a:gd name="csX13" fmla="*/ 1799483 w 3609278"/>
              <a:gd name="csY13" fmla="*/ 769441 h 769441"/>
              <a:gd name="csX14" fmla="*/ 1356057 w 3609278"/>
              <a:gd name="csY14" fmla="*/ 769441 h 769441"/>
              <a:gd name="csX15" fmla="*/ 804353 w 3609278"/>
              <a:gd name="csY15" fmla="*/ 769441 h 769441"/>
              <a:gd name="csX16" fmla="*/ 0 w 3609278"/>
              <a:gd name="csY16" fmla="*/ 769441 h 769441"/>
              <a:gd name="csX17" fmla="*/ 0 w 3609278"/>
              <a:gd name="csY17" fmla="*/ 369332 h 769441"/>
              <a:gd name="csX18" fmla="*/ 0 w 3609278"/>
              <a:gd name="csY18" fmla="*/ 0 h 769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609278" h="769441" extrusionOk="0">
                <a:moveTo>
                  <a:pt x="0" y="0"/>
                </a:moveTo>
                <a:cubicBezTo>
                  <a:pt x="155791" y="-41013"/>
                  <a:pt x="263036" y="23000"/>
                  <a:pt x="479518" y="0"/>
                </a:cubicBezTo>
                <a:cubicBezTo>
                  <a:pt x="696000" y="-23000"/>
                  <a:pt x="847819" y="1794"/>
                  <a:pt x="1031222" y="0"/>
                </a:cubicBezTo>
                <a:cubicBezTo>
                  <a:pt x="1214625" y="-1794"/>
                  <a:pt x="1272501" y="12578"/>
                  <a:pt x="1438555" y="0"/>
                </a:cubicBezTo>
                <a:cubicBezTo>
                  <a:pt x="1604609" y="-12578"/>
                  <a:pt x="1717328" y="47184"/>
                  <a:pt x="1918073" y="0"/>
                </a:cubicBezTo>
                <a:cubicBezTo>
                  <a:pt x="2118818" y="-47184"/>
                  <a:pt x="2244801" y="13867"/>
                  <a:pt x="2397592" y="0"/>
                </a:cubicBezTo>
                <a:cubicBezTo>
                  <a:pt x="2550383" y="-13867"/>
                  <a:pt x="2734957" y="41027"/>
                  <a:pt x="2913203" y="0"/>
                </a:cubicBezTo>
                <a:cubicBezTo>
                  <a:pt x="3091449" y="-41027"/>
                  <a:pt x="3262341" y="1961"/>
                  <a:pt x="3609278" y="0"/>
                </a:cubicBezTo>
                <a:cubicBezTo>
                  <a:pt x="3631093" y="132261"/>
                  <a:pt x="3595788" y="235584"/>
                  <a:pt x="3609278" y="369332"/>
                </a:cubicBezTo>
                <a:cubicBezTo>
                  <a:pt x="3622768" y="503080"/>
                  <a:pt x="3609235" y="592024"/>
                  <a:pt x="3609278" y="769441"/>
                </a:cubicBezTo>
                <a:cubicBezTo>
                  <a:pt x="3436027" y="811429"/>
                  <a:pt x="3280030" y="734933"/>
                  <a:pt x="3165852" y="769441"/>
                </a:cubicBezTo>
                <a:cubicBezTo>
                  <a:pt x="3051674" y="803949"/>
                  <a:pt x="2907725" y="764305"/>
                  <a:pt x="2686334" y="769441"/>
                </a:cubicBezTo>
                <a:cubicBezTo>
                  <a:pt x="2464943" y="774577"/>
                  <a:pt x="2360489" y="721625"/>
                  <a:pt x="2242908" y="769441"/>
                </a:cubicBezTo>
                <a:cubicBezTo>
                  <a:pt x="2125327" y="817257"/>
                  <a:pt x="1974032" y="723184"/>
                  <a:pt x="1799483" y="769441"/>
                </a:cubicBezTo>
                <a:cubicBezTo>
                  <a:pt x="1624935" y="815698"/>
                  <a:pt x="1458653" y="768562"/>
                  <a:pt x="1356057" y="769441"/>
                </a:cubicBezTo>
                <a:cubicBezTo>
                  <a:pt x="1253461" y="770320"/>
                  <a:pt x="917331" y="708067"/>
                  <a:pt x="804353" y="769441"/>
                </a:cubicBezTo>
                <a:cubicBezTo>
                  <a:pt x="691375" y="830815"/>
                  <a:pt x="290661" y="686756"/>
                  <a:pt x="0" y="769441"/>
                </a:cubicBezTo>
                <a:cubicBezTo>
                  <a:pt x="-37169" y="632955"/>
                  <a:pt x="37058" y="471009"/>
                  <a:pt x="0" y="369332"/>
                </a:cubicBezTo>
                <a:cubicBezTo>
                  <a:pt x="-37058" y="267655"/>
                  <a:pt x="43762" y="112127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7998571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Find the multiplier that will increase £340 by 12%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4D6987-874D-4C82-9133-D911A1D81D88}"/>
                  </a:ext>
                </a:extLst>
              </p:cNvPr>
              <p:cNvSpPr txBox="1"/>
              <p:nvPr/>
            </p:nvSpPr>
            <p:spPr>
              <a:xfrm>
                <a:off x="758283" y="3961493"/>
                <a:ext cx="1338145" cy="742126"/>
              </a:xfrm>
              <a:prstGeom prst="rect">
                <a:avLst/>
              </a:prstGeom>
              <a:solidFill>
                <a:srgbClr val="FF99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1 +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4D6987-874D-4C82-9133-D911A1D81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83" y="3961493"/>
                <a:ext cx="1338145" cy="7421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EB10C2E-7291-4DED-A2E2-CA7DE4112278}"/>
              </a:ext>
            </a:extLst>
          </p:cNvPr>
          <p:cNvSpPr txBox="1"/>
          <p:nvPr/>
        </p:nvSpPr>
        <p:spPr>
          <a:xfrm>
            <a:off x="2403399" y="5866658"/>
            <a:ext cx="11999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0.88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9D0F7-7448-4AF9-B333-342572846089}"/>
              </a:ext>
            </a:extLst>
          </p:cNvPr>
          <p:cNvSpPr txBox="1"/>
          <p:nvPr/>
        </p:nvSpPr>
        <p:spPr>
          <a:xfrm>
            <a:off x="154857" y="4859404"/>
            <a:ext cx="3609278" cy="769441"/>
          </a:xfrm>
          <a:custGeom>
            <a:avLst/>
            <a:gdLst>
              <a:gd name="csX0" fmla="*/ 0 w 3609278"/>
              <a:gd name="csY0" fmla="*/ 0 h 769441"/>
              <a:gd name="csX1" fmla="*/ 407333 w 3609278"/>
              <a:gd name="csY1" fmla="*/ 0 h 769441"/>
              <a:gd name="csX2" fmla="*/ 922944 w 3609278"/>
              <a:gd name="csY2" fmla="*/ 0 h 769441"/>
              <a:gd name="csX3" fmla="*/ 1330277 w 3609278"/>
              <a:gd name="csY3" fmla="*/ 0 h 769441"/>
              <a:gd name="csX4" fmla="*/ 1918073 w 3609278"/>
              <a:gd name="csY4" fmla="*/ 0 h 769441"/>
              <a:gd name="csX5" fmla="*/ 2505870 w 3609278"/>
              <a:gd name="csY5" fmla="*/ 0 h 769441"/>
              <a:gd name="csX6" fmla="*/ 3021481 w 3609278"/>
              <a:gd name="csY6" fmla="*/ 0 h 769441"/>
              <a:gd name="csX7" fmla="*/ 3609278 w 3609278"/>
              <a:gd name="csY7" fmla="*/ 0 h 769441"/>
              <a:gd name="csX8" fmla="*/ 3609278 w 3609278"/>
              <a:gd name="csY8" fmla="*/ 361637 h 769441"/>
              <a:gd name="csX9" fmla="*/ 3609278 w 3609278"/>
              <a:gd name="csY9" fmla="*/ 769441 h 769441"/>
              <a:gd name="csX10" fmla="*/ 3093667 w 3609278"/>
              <a:gd name="csY10" fmla="*/ 769441 h 769441"/>
              <a:gd name="csX11" fmla="*/ 2650241 w 3609278"/>
              <a:gd name="csY11" fmla="*/ 769441 h 769441"/>
              <a:gd name="csX12" fmla="*/ 2242908 w 3609278"/>
              <a:gd name="csY12" fmla="*/ 769441 h 769441"/>
              <a:gd name="csX13" fmla="*/ 1691205 w 3609278"/>
              <a:gd name="csY13" fmla="*/ 769441 h 769441"/>
              <a:gd name="csX14" fmla="*/ 1139501 w 3609278"/>
              <a:gd name="csY14" fmla="*/ 769441 h 769441"/>
              <a:gd name="csX15" fmla="*/ 623889 w 3609278"/>
              <a:gd name="csY15" fmla="*/ 769441 h 769441"/>
              <a:gd name="csX16" fmla="*/ 0 w 3609278"/>
              <a:gd name="csY16" fmla="*/ 769441 h 769441"/>
              <a:gd name="csX17" fmla="*/ 0 w 3609278"/>
              <a:gd name="csY17" fmla="*/ 384721 h 769441"/>
              <a:gd name="csX18" fmla="*/ 0 w 3609278"/>
              <a:gd name="csY18" fmla="*/ 0 h 769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609278" h="769441" extrusionOk="0">
                <a:moveTo>
                  <a:pt x="0" y="0"/>
                </a:moveTo>
                <a:cubicBezTo>
                  <a:pt x="170651" y="-31793"/>
                  <a:pt x="260371" y="14228"/>
                  <a:pt x="407333" y="0"/>
                </a:cubicBezTo>
                <a:cubicBezTo>
                  <a:pt x="554295" y="-14228"/>
                  <a:pt x="773480" y="2387"/>
                  <a:pt x="922944" y="0"/>
                </a:cubicBezTo>
                <a:cubicBezTo>
                  <a:pt x="1072408" y="-2387"/>
                  <a:pt x="1157545" y="10765"/>
                  <a:pt x="1330277" y="0"/>
                </a:cubicBezTo>
                <a:cubicBezTo>
                  <a:pt x="1503009" y="-10765"/>
                  <a:pt x="1662137" y="60349"/>
                  <a:pt x="1918073" y="0"/>
                </a:cubicBezTo>
                <a:cubicBezTo>
                  <a:pt x="2174009" y="-60349"/>
                  <a:pt x="2309695" y="59666"/>
                  <a:pt x="2505870" y="0"/>
                </a:cubicBezTo>
                <a:cubicBezTo>
                  <a:pt x="2702045" y="-59666"/>
                  <a:pt x="2876637" y="36821"/>
                  <a:pt x="3021481" y="0"/>
                </a:cubicBezTo>
                <a:cubicBezTo>
                  <a:pt x="3166325" y="-36821"/>
                  <a:pt x="3394379" y="53677"/>
                  <a:pt x="3609278" y="0"/>
                </a:cubicBezTo>
                <a:cubicBezTo>
                  <a:pt x="3637489" y="147052"/>
                  <a:pt x="3576051" y="243640"/>
                  <a:pt x="3609278" y="361637"/>
                </a:cubicBezTo>
                <a:cubicBezTo>
                  <a:pt x="3642505" y="479634"/>
                  <a:pt x="3604127" y="620646"/>
                  <a:pt x="3609278" y="769441"/>
                </a:cubicBezTo>
                <a:cubicBezTo>
                  <a:pt x="3362175" y="791152"/>
                  <a:pt x="3304396" y="713012"/>
                  <a:pt x="3093667" y="769441"/>
                </a:cubicBezTo>
                <a:cubicBezTo>
                  <a:pt x="2882938" y="825870"/>
                  <a:pt x="2754420" y="740017"/>
                  <a:pt x="2650241" y="769441"/>
                </a:cubicBezTo>
                <a:cubicBezTo>
                  <a:pt x="2546062" y="798865"/>
                  <a:pt x="2351194" y="745347"/>
                  <a:pt x="2242908" y="769441"/>
                </a:cubicBezTo>
                <a:cubicBezTo>
                  <a:pt x="2134622" y="793535"/>
                  <a:pt x="1892365" y="743819"/>
                  <a:pt x="1691205" y="769441"/>
                </a:cubicBezTo>
                <a:cubicBezTo>
                  <a:pt x="1490045" y="795063"/>
                  <a:pt x="1330390" y="738764"/>
                  <a:pt x="1139501" y="769441"/>
                </a:cubicBezTo>
                <a:cubicBezTo>
                  <a:pt x="948612" y="800118"/>
                  <a:pt x="748236" y="767510"/>
                  <a:pt x="623889" y="769441"/>
                </a:cubicBezTo>
                <a:cubicBezTo>
                  <a:pt x="499542" y="771372"/>
                  <a:pt x="272771" y="733221"/>
                  <a:pt x="0" y="769441"/>
                </a:cubicBezTo>
                <a:cubicBezTo>
                  <a:pt x="-39413" y="618129"/>
                  <a:pt x="13448" y="474860"/>
                  <a:pt x="0" y="384721"/>
                </a:cubicBezTo>
                <a:cubicBezTo>
                  <a:pt x="-13448" y="294582"/>
                  <a:pt x="34453" y="185212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25546804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Find the multiplier that will decrease £340 by 12%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F9A0A6-6D87-4E3F-B2C3-879C4F1817DD}"/>
              </a:ext>
            </a:extLst>
          </p:cNvPr>
          <p:cNvSpPr txBox="1"/>
          <p:nvPr/>
        </p:nvSpPr>
        <p:spPr>
          <a:xfrm>
            <a:off x="6497396" y="1886072"/>
            <a:ext cx="5200233" cy="430887"/>
          </a:xfrm>
          <a:custGeom>
            <a:avLst/>
            <a:gdLst>
              <a:gd name="csX0" fmla="*/ 0 w 5200233"/>
              <a:gd name="csY0" fmla="*/ 0 h 430887"/>
              <a:gd name="csX1" fmla="*/ 525801 w 5200233"/>
              <a:gd name="csY1" fmla="*/ 0 h 430887"/>
              <a:gd name="csX2" fmla="*/ 1207610 w 5200233"/>
              <a:gd name="csY2" fmla="*/ 0 h 430887"/>
              <a:gd name="csX3" fmla="*/ 1785413 w 5200233"/>
              <a:gd name="csY3" fmla="*/ 0 h 430887"/>
              <a:gd name="csX4" fmla="*/ 2363217 w 5200233"/>
              <a:gd name="csY4" fmla="*/ 0 h 430887"/>
              <a:gd name="csX5" fmla="*/ 2837016 w 5200233"/>
              <a:gd name="csY5" fmla="*/ 0 h 430887"/>
              <a:gd name="csX6" fmla="*/ 3414820 w 5200233"/>
              <a:gd name="csY6" fmla="*/ 0 h 430887"/>
              <a:gd name="csX7" fmla="*/ 3836616 w 5200233"/>
              <a:gd name="csY7" fmla="*/ 0 h 430887"/>
              <a:gd name="csX8" fmla="*/ 4518425 w 5200233"/>
              <a:gd name="csY8" fmla="*/ 0 h 430887"/>
              <a:gd name="csX9" fmla="*/ 5200233 w 5200233"/>
              <a:gd name="csY9" fmla="*/ 0 h 430887"/>
              <a:gd name="csX10" fmla="*/ 5200233 w 5200233"/>
              <a:gd name="csY10" fmla="*/ 430887 h 430887"/>
              <a:gd name="csX11" fmla="*/ 4726434 w 5200233"/>
              <a:gd name="csY11" fmla="*/ 430887 h 430887"/>
              <a:gd name="csX12" fmla="*/ 4148630 w 5200233"/>
              <a:gd name="csY12" fmla="*/ 430887 h 430887"/>
              <a:gd name="csX13" fmla="*/ 3570827 w 5200233"/>
              <a:gd name="csY13" fmla="*/ 430887 h 430887"/>
              <a:gd name="csX14" fmla="*/ 3097028 w 5200233"/>
              <a:gd name="csY14" fmla="*/ 430887 h 430887"/>
              <a:gd name="csX15" fmla="*/ 2623229 w 5200233"/>
              <a:gd name="csY15" fmla="*/ 430887 h 430887"/>
              <a:gd name="csX16" fmla="*/ 2149430 w 5200233"/>
              <a:gd name="csY16" fmla="*/ 430887 h 430887"/>
              <a:gd name="csX17" fmla="*/ 1571626 w 5200233"/>
              <a:gd name="csY17" fmla="*/ 430887 h 430887"/>
              <a:gd name="csX18" fmla="*/ 1045825 w 5200233"/>
              <a:gd name="csY18" fmla="*/ 430887 h 430887"/>
              <a:gd name="csX19" fmla="*/ 572026 w 5200233"/>
              <a:gd name="csY19" fmla="*/ 430887 h 430887"/>
              <a:gd name="csX20" fmla="*/ 0 w 5200233"/>
              <a:gd name="csY20" fmla="*/ 430887 h 430887"/>
              <a:gd name="csX21" fmla="*/ 0 w 5200233"/>
              <a:gd name="csY21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200233" h="430887" fill="none" extrusionOk="0">
                <a:moveTo>
                  <a:pt x="0" y="0"/>
                </a:moveTo>
                <a:cubicBezTo>
                  <a:pt x="213011" y="-27130"/>
                  <a:pt x="335835" y="17885"/>
                  <a:pt x="525801" y="0"/>
                </a:cubicBezTo>
                <a:cubicBezTo>
                  <a:pt x="715767" y="-17885"/>
                  <a:pt x="951744" y="36089"/>
                  <a:pt x="1207610" y="0"/>
                </a:cubicBezTo>
                <a:cubicBezTo>
                  <a:pt x="1463476" y="-36089"/>
                  <a:pt x="1658997" y="14114"/>
                  <a:pt x="1785413" y="0"/>
                </a:cubicBezTo>
                <a:cubicBezTo>
                  <a:pt x="1911829" y="-14114"/>
                  <a:pt x="2154936" y="24594"/>
                  <a:pt x="2363217" y="0"/>
                </a:cubicBezTo>
                <a:cubicBezTo>
                  <a:pt x="2571498" y="-24594"/>
                  <a:pt x="2706034" y="27838"/>
                  <a:pt x="2837016" y="0"/>
                </a:cubicBezTo>
                <a:cubicBezTo>
                  <a:pt x="2967998" y="-27838"/>
                  <a:pt x="3270570" y="45570"/>
                  <a:pt x="3414820" y="0"/>
                </a:cubicBezTo>
                <a:cubicBezTo>
                  <a:pt x="3559070" y="-45570"/>
                  <a:pt x="3719549" y="38784"/>
                  <a:pt x="3836616" y="0"/>
                </a:cubicBezTo>
                <a:cubicBezTo>
                  <a:pt x="3953683" y="-38784"/>
                  <a:pt x="4308633" y="79527"/>
                  <a:pt x="4518425" y="0"/>
                </a:cubicBezTo>
                <a:cubicBezTo>
                  <a:pt x="4728217" y="-79527"/>
                  <a:pt x="5049304" y="19472"/>
                  <a:pt x="5200233" y="0"/>
                </a:cubicBezTo>
                <a:cubicBezTo>
                  <a:pt x="5244863" y="121689"/>
                  <a:pt x="5169552" y="321880"/>
                  <a:pt x="5200233" y="430887"/>
                </a:cubicBezTo>
                <a:cubicBezTo>
                  <a:pt x="5069882" y="450280"/>
                  <a:pt x="4924162" y="410024"/>
                  <a:pt x="4726434" y="430887"/>
                </a:cubicBezTo>
                <a:cubicBezTo>
                  <a:pt x="4528706" y="451750"/>
                  <a:pt x="4370356" y="369658"/>
                  <a:pt x="4148630" y="430887"/>
                </a:cubicBezTo>
                <a:cubicBezTo>
                  <a:pt x="3926904" y="492116"/>
                  <a:pt x="3739257" y="398421"/>
                  <a:pt x="3570827" y="430887"/>
                </a:cubicBezTo>
                <a:cubicBezTo>
                  <a:pt x="3402397" y="463353"/>
                  <a:pt x="3255416" y="407494"/>
                  <a:pt x="3097028" y="430887"/>
                </a:cubicBezTo>
                <a:cubicBezTo>
                  <a:pt x="2938640" y="454280"/>
                  <a:pt x="2740301" y="376090"/>
                  <a:pt x="2623229" y="430887"/>
                </a:cubicBezTo>
                <a:cubicBezTo>
                  <a:pt x="2506157" y="485684"/>
                  <a:pt x="2350721" y="427796"/>
                  <a:pt x="2149430" y="430887"/>
                </a:cubicBezTo>
                <a:cubicBezTo>
                  <a:pt x="1948139" y="433978"/>
                  <a:pt x="1850950" y="401154"/>
                  <a:pt x="1571626" y="430887"/>
                </a:cubicBezTo>
                <a:cubicBezTo>
                  <a:pt x="1292302" y="460620"/>
                  <a:pt x="1152180" y="379404"/>
                  <a:pt x="1045825" y="430887"/>
                </a:cubicBezTo>
                <a:cubicBezTo>
                  <a:pt x="939470" y="482370"/>
                  <a:pt x="752221" y="385863"/>
                  <a:pt x="572026" y="430887"/>
                </a:cubicBezTo>
                <a:cubicBezTo>
                  <a:pt x="391831" y="475911"/>
                  <a:pt x="155961" y="383982"/>
                  <a:pt x="0" y="430887"/>
                </a:cubicBezTo>
                <a:cubicBezTo>
                  <a:pt x="-10941" y="247440"/>
                  <a:pt x="12368" y="198272"/>
                  <a:pt x="0" y="0"/>
                </a:cubicBezTo>
                <a:close/>
              </a:path>
              <a:path w="5200233" h="430887" stroke="0" extrusionOk="0">
                <a:moveTo>
                  <a:pt x="0" y="0"/>
                </a:moveTo>
                <a:cubicBezTo>
                  <a:pt x="135353" y="-23806"/>
                  <a:pt x="329614" y="26632"/>
                  <a:pt x="421797" y="0"/>
                </a:cubicBezTo>
                <a:cubicBezTo>
                  <a:pt x="513980" y="-26632"/>
                  <a:pt x="801341" y="25513"/>
                  <a:pt x="999600" y="0"/>
                </a:cubicBezTo>
                <a:cubicBezTo>
                  <a:pt x="1197859" y="-25513"/>
                  <a:pt x="1292587" y="46319"/>
                  <a:pt x="1421397" y="0"/>
                </a:cubicBezTo>
                <a:cubicBezTo>
                  <a:pt x="1550207" y="-46319"/>
                  <a:pt x="1700793" y="47001"/>
                  <a:pt x="1895196" y="0"/>
                </a:cubicBezTo>
                <a:cubicBezTo>
                  <a:pt x="2089599" y="-47001"/>
                  <a:pt x="2239733" y="53603"/>
                  <a:pt x="2473000" y="0"/>
                </a:cubicBezTo>
                <a:cubicBezTo>
                  <a:pt x="2706267" y="-53603"/>
                  <a:pt x="2714292" y="14846"/>
                  <a:pt x="2946799" y="0"/>
                </a:cubicBezTo>
                <a:cubicBezTo>
                  <a:pt x="3179306" y="-14846"/>
                  <a:pt x="3326400" y="48812"/>
                  <a:pt x="3472600" y="0"/>
                </a:cubicBezTo>
                <a:cubicBezTo>
                  <a:pt x="3618800" y="-48812"/>
                  <a:pt x="3713870" y="36004"/>
                  <a:pt x="3946399" y="0"/>
                </a:cubicBezTo>
                <a:cubicBezTo>
                  <a:pt x="4178928" y="-36004"/>
                  <a:pt x="4259788" y="33309"/>
                  <a:pt x="4368196" y="0"/>
                </a:cubicBezTo>
                <a:cubicBezTo>
                  <a:pt x="4476604" y="-33309"/>
                  <a:pt x="4920874" y="65665"/>
                  <a:pt x="5200233" y="0"/>
                </a:cubicBezTo>
                <a:cubicBezTo>
                  <a:pt x="5227734" y="88822"/>
                  <a:pt x="5189651" y="278189"/>
                  <a:pt x="5200233" y="430887"/>
                </a:cubicBezTo>
                <a:cubicBezTo>
                  <a:pt x="5053166" y="497886"/>
                  <a:pt x="4749491" y="410616"/>
                  <a:pt x="4570427" y="430887"/>
                </a:cubicBezTo>
                <a:cubicBezTo>
                  <a:pt x="4391363" y="451158"/>
                  <a:pt x="4205876" y="407429"/>
                  <a:pt x="3992623" y="430887"/>
                </a:cubicBezTo>
                <a:cubicBezTo>
                  <a:pt x="3779370" y="454345"/>
                  <a:pt x="3598621" y="409630"/>
                  <a:pt x="3414820" y="430887"/>
                </a:cubicBezTo>
                <a:cubicBezTo>
                  <a:pt x="3231019" y="452144"/>
                  <a:pt x="2953248" y="373787"/>
                  <a:pt x="2785014" y="430887"/>
                </a:cubicBezTo>
                <a:cubicBezTo>
                  <a:pt x="2616780" y="487987"/>
                  <a:pt x="2418217" y="409827"/>
                  <a:pt x="2259212" y="430887"/>
                </a:cubicBezTo>
                <a:cubicBezTo>
                  <a:pt x="2100207" y="451947"/>
                  <a:pt x="1809695" y="418015"/>
                  <a:pt x="1577404" y="430887"/>
                </a:cubicBezTo>
                <a:cubicBezTo>
                  <a:pt x="1345113" y="443759"/>
                  <a:pt x="1275599" y="401179"/>
                  <a:pt x="1155607" y="430887"/>
                </a:cubicBezTo>
                <a:cubicBezTo>
                  <a:pt x="1035615" y="460595"/>
                  <a:pt x="824954" y="429467"/>
                  <a:pt x="681808" y="430887"/>
                </a:cubicBezTo>
                <a:cubicBezTo>
                  <a:pt x="538662" y="432307"/>
                  <a:pt x="242236" y="375539"/>
                  <a:pt x="0" y="430887"/>
                </a:cubicBezTo>
                <a:cubicBezTo>
                  <a:pt x="-26272" y="219374"/>
                  <a:pt x="15552" y="164124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57743670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0" dirty="0">
                <a:latin typeface="Arial" panose="020B0604020202020204" pitchFamily="34" charset="0"/>
                <a:cs typeface="Arial" panose="020B0604020202020204" pitchFamily="34" charset="0"/>
              </a:rPr>
              <a:t>Using a multiplier, increase £62 by 24%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F2253A-BE03-4A52-A6B9-B6BC95AC625E}"/>
                  </a:ext>
                </a:extLst>
              </p:cNvPr>
              <p:cNvSpPr txBox="1"/>
              <p:nvPr/>
            </p:nvSpPr>
            <p:spPr>
              <a:xfrm>
                <a:off x="8129238" y="2496619"/>
                <a:ext cx="1338145" cy="742126"/>
              </a:xfrm>
              <a:prstGeom prst="rect">
                <a:avLst/>
              </a:prstGeom>
              <a:solidFill>
                <a:srgbClr val="FF99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1 +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24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F2253A-BE03-4A52-A6B9-B6BC95AC6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238" y="2496619"/>
                <a:ext cx="1338145" cy="7421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8306EF0-07B6-43D1-9EC6-8205BF74C2BB}"/>
              </a:ext>
            </a:extLst>
          </p:cNvPr>
          <p:cNvSpPr txBox="1"/>
          <p:nvPr/>
        </p:nvSpPr>
        <p:spPr>
          <a:xfrm>
            <a:off x="9640540" y="2652238"/>
            <a:ext cx="11999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1.24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BC0CBC-D60A-4CDA-B188-0C944AA37957}"/>
              </a:ext>
            </a:extLst>
          </p:cNvPr>
          <p:cNvSpPr txBox="1"/>
          <p:nvPr/>
        </p:nvSpPr>
        <p:spPr>
          <a:xfrm>
            <a:off x="8454509" y="3418404"/>
            <a:ext cx="28416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62 x 1.24 = £76.88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932F74-1544-49BF-AC99-D29E9CE966F2}"/>
                  </a:ext>
                </a:extLst>
              </p:cNvPr>
              <p:cNvSpPr txBox="1"/>
              <p:nvPr/>
            </p:nvSpPr>
            <p:spPr>
              <a:xfrm>
                <a:off x="3603390" y="1536069"/>
                <a:ext cx="2390124" cy="107529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2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For a decrease: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rate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932F74-1544-49BF-AC99-D29E9CE96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390" y="1536069"/>
                <a:ext cx="2390124" cy="1075294"/>
              </a:xfrm>
              <a:prstGeom prst="rect">
                <a:avLst/>
              </a:prstGeom>
              <a:blipFill>
                <a:blip r:embed="rId7"/>
                <a:stretch>
                  <a:fillRect l="-3316" t="-34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C339972-47F6-4FB5-A265-06DB740F20A7}"/>
              </a:ext>
            </a:extLst>
          </p:cNvPr>
          <p:cNvSpPr txBox="1"/>
          <p:nvPr/>
        </p:nvSpPr>
        <p:spPr>
          <a:xfrm>
            <a:off x="6497396" y="3961493"/>
            <a:ext cx="5200233" cy="430887"/>
          </a:xfrm>
          <a:custGeom>
            <a:avLst/>
            <a:gdLst>
              <a:gd name="csX0" fmla="*/ 0 w 5200233"/>
              <a:gd name="csY0" fmla="*/ 0 h 430887"/>
              <a:gd name="csX1" fmla="*/ 525801 w 5200233"/>
              <a:gd name="csY1" fmla="*/ 0 h 430887"/>
              <a:gd name="csX2" fmla="*/ 1207610 w 5200233"/>
              <a:gd name="csY2" fmla="*/ 0 h 430887"/>
              <a:gd name="csX3" fmla="*/ 1785413 w 5200233"/>
              <a:gd name="csY3" fmla="*/ 0 h 430887"/>
              <a:gd name="csX4" fmla="*/ 2363217 w 5200233"/>
              <a:gd name="csY4" fmla="*/ 0 h 430887"/>
              <a:gd name="csX5" fmla="*/ 2837016 w 5200233"/>
              <a:gd name="csY5" fmla="*/ 0 h 430887"/>
              <a:gd name="csX6" fmla="*/ 3414820 w 5200233"/>
              <a:gd name="csY6" fmla="*/ 0 h 430887"/>
              <a:gd name="csX7" fmla="*/ 3836616 w 5200233"/>
              <a:gd name="csY7" fmla="*/ 0 h 430887"/>
              <a:gd name="csX8" fmla="*/ 4518425 w 5200233"/>
              <a:gd name="csY8" fmla="*/ 0 h 430887"/>
              <a:gd name="csX9" fmla="*/ 5200233 w 5200233"/>
              <a:gd name="csY9" fmla="*/ 0 h 430887"/>
              <a:gd name="csX10" fmla="*/ 5200233 w 5200233"/>
              <a:gd name="csY10" fmla="*/ 430887 h 430887"/>
              <a:gd name="csX11" fmla="*/ 4726434 w 5200233"/>
              <a:gd name="csY11" fmla="*/ 430887 h 430887"/>
              <a:gd name="csX12" fmla="*/ 4148630 w 5200233"/>
              <a:gd name="csY12" fmla="*/ 430887 h 430887"/>
              <a:gd name="csX13" fmla="*/ 3570827 w 5200233"/>
              <a:gd name="csY13" fmla="*/ 430887 h 430887"/>
              <a:gd name="csX14" fmla="*/ 3097028 w 5200233"/>
              <a:gd name="csY14" fmla="*/ 430887 h 430887"/>
              <a:gd name="csX15" fmla="*/ 2623229 w 5200233"/>
              <a:gd name="csY15" fmla="*/ 430887 h 430887"/>
              <a:gd name="csX16" fmla="*/ 2149430 w 5200233"/>
              <a:gd name="csY16" fmla="*/ 430887 h 430887"/>
              <a:gd name="csX17" fmla="*/ 1571626 w 5200233"/>
              <a:gd name="csY17" fmla="*/ 430887 h 430887"/>
              <a:gd name="csX18" fmla="*/ 1045825 w 5200233"/>
              <a:gd name="csY18" fmla="*/ 430887 h 430887"/>
              <a:gd name="csX19" fmla="*/ 572026 w 5200233"/>
              <a:gd name="csY19" fmla="*/ 430887 h 430887"/>
              <a:gd name="csX20" fmla="*/ 0 w 5200233"/>
              <a:gd name="csY20" fmla="*/ 430887 h 430887"/>
              <a:gd name="csX21" fmla="*/ 0 w 5200233"/>
              <a:gd name="csY21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200233" h="430887" fill="none" extrusionOk="0">
                <a:moveTo>
                  <a:pt x="0" y="0"/>
                </a:moveTo>
                <a:cubicBezTo>
                  <a:pt x="213011" y="-27130"/>
                  <a:pt x="335835" y="17885"/>
                  <a:pt x="525801" y="0"/>
                </a:cubicBezTo>
                <a:cubicBezTo>
                  <a:pt x="715767" y="-17885"/>
                  <a:pt x="951744" y="36089"/>
                  <a:pt x="1207610" y="0"/>
                </a:cubicBezTo>
                <a:cubicBezTo>
                  <a:pt x="1463476" y="-36089"/>
                  <a:pt x="1658997" y="14114"/>
                  <a:pt x="1785413" y="0"/>
                </a:cubicBezTo>
                <a:cubicBezTo>
                  <a:pt x="1911829" y="-14114"/>
                  <a:pt x="2154936" y="24594"/>
                  <a:pt x="2363217" y="0"/>
                </a:cubicBezTo>
                <a:cubicBezTo>
                  <a:pt x="2571498" y="-24594"/>
                  <a:pt x="2706034" y="27838"/>
                  <a:pt x="2837016" y="0"/>
                </a:cubicBezTo>
                <a:cubicBezTo>
                  <a:pt x="2967998" y="-27838"/>
                  <a:pt x="3270570" y="45570"/>
                  <a:pt x="3414820" y="0"/>
                </a:cubicBezTo>
                <a:cubicBezTo>
                  <a:pt x="3559070" y="-45570"/>
                  <a:pt x="3719549" y="38784"/>
                  <a:pt x="3836616" y="0"/>
                </a:cubicBezTo>
                <a:cubicBezTo>
                  <a:pt x="3953683" y="-38784"/>
                  <a:pt x="4308633" y="79527"/>
                  <a:pt x="4518425" y="0"/>
                </a:cubicBezTo>
                <a:cubicBezTo>
                  <a:pt x="4728217" y="-79527"/>
                  <a:pt x="5049304" y="19472"/>
                  <a:pt x="5200233" y="0"/>
                </a:cubicBezTo>
                <a:cubicBezTo>
                  <a:pt x="5244863" y="121689"/>
                  <a:pt x="5169552" y="321880"/>
                  <a:pt x="5200233" y="430887"/>
                </a:cubicBezTo>
                <a:cubicBezTo>
                  <a:pt x="5069882" y="450280"/>
                  <a:pt x="4924162" y="410024"/>
                  <a:pt x="4726434" y="430887"/>
                </a:cubicBezTo>
                <a:cubicBezTo>
                  <a:pt x="4528706" y="451750"/>
                  <a:pt x="4370356" y="369658"/>
                  <a:pt x="4148630" y="430887"/>
                </a:cubicBezTo>
                <a:cubicBezTo>
                  <a:pt x="3926904" y="492116"/>
                  <a:pt x="3739257" y="398421"/>
                  <a:pt x="3570827" y="430887"/>
                </a:cubicBezTo>
                <a:cubicBezTo>
                  <a:pt x="3402397" y="463353"/>
                  <a:pt x="3255416" y="407494"/>
                  <a:pt x="3097028" y="430887"/>
                </a:cubicBezTo>
                <a:cubicBezTo>
                  <a:pt x="2938640" y="454280"/>
                  <a:pt x="2740301" y="376090"/>
                  <a:pt x="2623229" y="430887"/>
                </a:cubicBezTo>
                <a:cubicBezTo>
                  <a:pt x="2506157" y="485684"/>
                  <a:pt x="2350721" y="427796"/>
                  <a:pt x="2149430" y="430887"/>
                </a:cubicBezTo>
                <a:cubicBezTo>
                  <a:pt x="1948139" y="433978"/>
                  <a:pt x="1850950" y="401154"/>
                  <a:pt x="1571626" y="430887"/>
                </a:cubicBezTo>
                <a:cubicBezTo>
                  <a:pt x="1292302" y="460620"/>
                  <a:pt x="1152180" y="379404"/>
                  <a:pt x="1045825" y="430887"/>
                </a:cubicBezTo>
                <a:cubicBezTo>
                  <a:pt x="939470" y="482370"/>
                  <a:pt x="752221" y="385863"/>
                  <a:pt x="572026" y="430887"/>
                </a:cubicBezTo>
                <a:cubicBezTo>
                  <a:pt x="391831" y="475911"/>
                  <a:pt x="155961" y="383982"/>
                  <a:pt x="0" y="430887"/>
                </a:cubicBezTo>
                <a:cubicBezTo>
                  <a:pt x="-10941" y="247440"/>
                  <a:pt x="12368" y="198272"/>
                  <a:pt x="0" y="0"/>
                </a:cubicBezTo>
                <a:close/>
              </a:path>
              <a:path w="5200233" h="430887" stroke="0" extrusionOk="0">
                <a:moveTo>
                  <a:pt x="0" y="0"/>
                </a:moveTo>
                <a:cubicBezTo>
                  <a:pt x="135353" y="-23806"/>
                  <a:pt x="329614" y="26632"/>
                  <a:pt x="421797" y="0"/>
                </a:cubicBezTo>
                <a:cubicBezTo>
                  <a:pt x="513980" y="-26632"/>
                  <a:pt x="801341" y="25513"/>
                  <a:pt x="999600" y="0"/>
                </a:cubicBezTo>
                <a:cubicBezTo>
                  <a:pt x="1197859" y="-25513"/>
                  <a:pt x="1292587" y="46319"/>
                  <a:pt x="1421397" y="0"/>
                </a:cubicBezTo>
                <a:cubicBezTo>
                  <a:pt x="1550207" y="-46319"/>
                  <a:pt x="1700793" y="47001"/>
                  <a:pt x="1895196" y="0"/>
                </a:cubicBezTo>
                <a:cubicBezTo>
                  <a:pt x="2089599" y="-47001"/>
                  <a:pt x="2239733" y="53603"/>
                  <a:pt x="2473000" y="0"/>
                </a:cubicBezTo>
                <a:cubicBezTo>
                  <a:pt x="2706267" y="-53603"/>
                  <a:pt x="2714292" y="14846"/>
                  <a:pt x="2946799" y="0"/>
                </a:cubicBezTo>
                <a:cubicBezTo>
                  <a:pt x="3179306" y="-14846"/>
                  <a:pt x="3326400" y="48812"/>
                  <a:pt x="3472600" y="0"/>
                </a:cubicBezTo>
                <a:cubicBezTo>
                  <a:pt x="3618800" y="-48812"/>
                  <a:pt x="3713870" y="36004"/>
                  <a:pt x="3946399" y="0"/>
                </a:cubicBezTo>
                <a:cubicBezTo>
                  <a:pt x="4178928" y="-36004"/>
                  <a:pt x="4259788" y="33309"/>
                  <a:pt x="4368196" y="0"/>
                </a:cubicBezTo>
                <a:cubicBezTo>
                  <a:pt x="4476604" y="-33309"/>
                  <a:pt x="4920874" y="65665"/>
                  <a:pt x="5200233" y="0"/>
                </a:cubicBezTo>
                <a:cubicBezTo>
                  <a:pt x="5227734" y="88822"/>
                  <a:pt x="5189651" y="278189"/>
                  <a:pt x="5200233" y="430887"/>
                </a:cubicBezTo>
                <a:cubicBezTo>
                  <a:pt x="5053166" y="497886"/>
                  <a:pt x="4749491" y="410616"/>
                  <a:pt x="4570427" y="430887"/>
                </a:cubicBezTo>
                <a:cubicBezTo>
                  <a:pt x="4391363" y="451158"/>
                  <a:pt x="4205876" y="407429"/>
                  <a:pt x="3992623" y="430887"/>
                </a:cubicBezTo>
                <a:cubicBezTo>
                  <a:pt x="3779370" y="454345"/>
                  <a:pt x="3598621" y="409630"/>
                  <a:pt x="3414820" y="430887"/>
                </a:cubicBezTo>
                <a:cubicBezTo>
                  <a:pt x="3231019" y="452144"/>
                  <a:pt x="2953248" y="373787"/>
                  <a:pt x="2785014" y="430887"/>
                </a:cubicBezTo>
                <a:cubicBezTo>
                  <a:pt x="2616780" y="487987"/>
                  <a:pt x="2418217" y="409827"/>
                  <a:pt x="2259212" y="430887"/>
                </a:cubicBezTo>
                <a:cubicBezTo>
                  <a:pt x="2100207" y="451947"/>
                  <a:pt x="1809695" y="418015"/>
                  <a:pt x="1577404" y="430887"/>
                </a:cubicBezTo>
                <a:cubicBezTo>
                  <a:pt x="1345113" y="443759"/>
                  <a:pt x="1275599" y="401179"/>
                  <a:pt x="1155607" y="430887"/>
                </a:cubicBezTo>
                <a:cubicBezTo>
                  <a:pt x="1035615" y="460595"/>
                  <a:pt x="824954" y="429467"/>
                  <a:pt x="681808" y="430887"/>
                </a:cubicBezTo>
                <a:cubicBezTo>
                  <a:pt x="538662" y="432307"/>
                  <a:pt x="242236" y="375539"/>
                  <a:pt x="0" y="430887"/>
                </a:cubicBezTo>
                <a:cubicBezTo>
                  <a:pt x="-26272" y="219374"/>
                  <a:pt x="15552" y="164124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57743670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0" dirty="0">
                <a:latin typeface="Arial" panose="020B0604020202020204" pitchFamily="34" charset="0"/>
                <a:cs typeface="Arial" panose="020B0604020202020204" pitchFamily="34" charset="0"/>
              </a:rPr>
              <a:t>Using a multiplier, decrease £36 by 18%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568433B-271F-47C9-8E1B-3CCC3D87182D}"/>
                  </a:ext>
                </a:extLst>
              </p:cNvPr>
              <p:cNvSpPr txBox="1"/>
              <p:nvPr/>
            </p:nvSpPr>
            <p:spPr>
              <a:xfrm>
                <a:off x="8129238" y="4572040"/>
                <a:ext cx="1338145" cy="742126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18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568433B-271F-47C9-8E1B-3CCC3D871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238" y="4572040"/>
                <a:ext cx="1338145" cy="7421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CE003800-140D-4444-AF0D-2182F086DC6F}"/>
              </a:ext>
            </a:extLst>
          </p:cNvPr>
          <p:cNvSpPr txBox="1"/>
          <p:nvPr/>
        </p:nvSpPr>
        <p:spPr>
          <a:xfrm>
            <a:off x="9640540" y="4727659"/>
            <a:ext cx="11999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0.82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E83B5B-DE4A-4E9D-9306-22158F4A7C2C}"/>
              </a:ext>
            </a:extLst>
          </p:cNvPr>
          <p:cNvSpPr txBox="1"/>
          <p:nvPr/>
        </p:nvSpPr>
        <p:spPr>
          <a:xfrm>
            <a:off x="8454509" y="5493825"/>
            <a:ext cx="28416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36 x 0.82 = £29.52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85E2C4-C55C-4B28-AF7D-E590E17A478B}"/>
              </a:ext>
            </a:extLst>
          </p:cNvPr>
          <p:cNvSpPr txBox="1"/>
          <p:nvPr/>
        </p:nvSpPr>
        <p:spPr>
          <a:xfrm>
            <a:off x="2281000" y="4145587"/>
            <a:ext cx="11999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1.12</a:t>
            </a:r>
          </a:p>
        </p:txBody>
      </p:sp>
    </p:spTree>
    <p:extLst>
      <p:ext uri="{BB962C8B-B14F-4D97-AF65-F5344CB8AC3E}">
        <p14:creationId xmlns:p14="http://schemas.microsoft.com/office/powerpoint/2010/main" val="392363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6" grpId="0" animBg="1"/>
      <p:bldP spid="17" grpId="0" animBg="1"/>
      <p:bldP spid="18" grpId="0"/>
      <p:bldP spid="19" grpId="0"/>
      <p:bldP spid="21" grpId="0" animBg="1"/>
      <p:bldP spid="22" grpId="0" animBg="1"/>
      <p:bldP spid="23" grpId="0" animBg="1"/>
      <p:bldP spid="24" grpId="0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B8F4515D-0393-49D1-B312-D2184AA0E3E2}"/>
              </a:ext>
            </a:extLst>
          </p:cNvPr>
          <p:cNvSpPr txBox="1"/>
          <p:nvPr/>
        </p:nvSpPr>
        <p:spPr>
          <a:xfrm>
            <a:off x="1005468" y="1304692"/>
            <a:ext cx="10181063" cy="861774"/>
          </a:xfrm>
          <a:custGeom>
            <a:avLst/>
            <a:gdLst>
              <a:gd name="csX0" fmla="*/ 0 w 10181063"/>
              <a:gd name="csY0" fmla="*/ 0 h 861774"/>
              <a:gd name="csX1" fmla="*/ 293454 w 10181063"/>
              <a:gd name="csY1" fmla="*/ 0 h 861774"/>
              <a:gd name="csX2" fmla="*/ 892340 w 10181063"/>
              <a:gd name="csY2" fmla="*/ 0 h 861774"/>
              <a:gd name="csX3" fmla="*/ 1287605 w 10181063"/>
              <a:gd name="csY3" fmla="*/ 0 h 861774"/>
              <a:gd name="csX4" fmla="*/ 1886491 w 10181063"/>
              <a:gd name="csY4" fmla="*/ 0 h 861774"/>
              <a:gd name="csX5" fmla="*/ 2383567 w 10181063"/>
              <a:gd name="csY5" fmla="*/ 0 h 861774"/>
              <a:gd name="csX6" fmla="*/ 3186074 w 10181063"/>
              <a:gd name="csY6" fmla="*/ 0 h 861774"/>
              <a:gd name="csX7" fmla="*/ 3479528 w 10181063"/>
              <a:gd name="csY7" fmla="*/ 0 h 861774"/>
              <a:gd name="csX8" fmla="*/ 4078414 w 10181063"/>
              <a:gd name="csY8" fmla="*/ 0 h 861774"/>
              <a:gd name="csX9" fmla="*/ 4473679 w 10181063"/>
              <a:gd name="csY9" fmla="*/ 0 h 861774"/>
              <a:gd name="csX10" fmla="*/ 4767133 w 10181063"/>
              <a:gd name="csY10" fmla="*/ 0 h 861774"/>
              <a:gd name="csX11" fmla="*/ 5467830 w 10181063"/>
              <a:gd name="csY11" fmla="*/ 0 h 861774"/>
              <a:gd name="csX12" fmla="*/ 5761284 w 10181063"/>
              <a:gd name="csY12" fmla="*/ 0 h 861774"/>
              <a:gd name="csX13" fmla="*/ 6360170 w 10181063"/>
              <a:gd name="csY13" fmla="*/ 0 h 861774"/>
              <a:gd name="csX14" fmla="*/ 7162677 w 10181063"/>
              <a:gd name="csY14" fmla="*/ 0 h 861774"/>
              <a:gd name="csX15" fmla="*/ 7557942 w 10181063"/>
              <a:gd name="csY15" fmla="*/ 0 h 861774"/>
              <a:gd name="csX16" fmla="*/ 8360449 w 10181063"/>
              <a:gd name="csY16" fmla="*/ 0 h 861774"/>
              <a:gd name="csX17" fmla="*/ 9162957 w 10181063"/>
              <a:gd name="csY17" fmla="*/ 0 h 861774"/>
              <a:gd name="csX18" fmla="*/ 10181063 w 10181063"/>
              <a:gd name="csY18" fmla="*/ 0 h 861774"/>
              <a:gd name="csX19" fmla="*/ 10181063 w 10181063"/>
              <a:gd name="csY19" fmla="*/ 448122 h 861774"/>
              <a:gd name="csX20" fmla="*/ 10181063 w 10181063"/>
              <a:gd name="csY20" fmla="*/ 861774 h 861774"/>
              <a:gd name="csX21" fmla="*/ 9683988 w 10181063"/>
              <a:gd name="csY21" fmla="*/ 861774 h 861774"/>
              <a:gd name="csX22" fmla="*/ 9085102 w 10181063"/>
              <a:gd name="csY22" fmla="*/ 861774 h 861774"/>
              <a:gd name="csX23" fmla="*/ 8282594 w 10181063"/>
              <a:gd name="csY23" fmla="*/ 861774 h 861774"/>
              <a:gd name="csX24" fmla="*/ 7581898 w 10181063"/>
              <a:gd name="csY24" fmla="*/ 861774 h 861774"/>
              <a:gd name="csX25" fmla="*/ 7288443 w 10181063"/>
              <a:gd name="csY25" fmla="*/ 861774 h 861774"/>
              <a:gd name="csX26" fmla="*/ 6689557 w 10181063"/>
              <a:gd name="csY26" fmla="*/ 861774 h 861774"/>
              <a:gd name="csX27" fmla="*/ 6192482 w 10181063"/>
              <a:gd name="csY27" fmla="*/ 861774 h 861774"/>
              <a:gd name="csX28" fmla="*/ 5389975 w 10181063"/>
              <a:gd name="csY28" fmla="*/ 861774 h 861774"/>
              <a:gd name="csX29" fmla="*/ 4994710 w 10181063"/>
              <a:gd name="csY29" fmla="*/ 861774 h 861774"/>
              <a:gd name="csX30" fmla="*/ 4192202 w 10181063"/>
              <a:gd name="csY30" fmla="*/ 861774 h 861774"/>
              <a:gd name="csX31" fmla="*/ 3593316 w 10181063"/>
              <a:gd name="csY31" fmla="*/ 861774 h 861774"/>
              <a:gd name="csX32" fmla="*/ 2892620 w 10181063"/>
              <a:gd name="csY32" fmla="*/ 861774 h 861774"/>
              <a:gd name="csX33" fmla="*/ 2497355 w 10181063"/>
              <a:gd name="csY33" fmla="*/ 861774 h 861774"/>
              <a:gd name="csX34" fmla="*/ 1898469 w 10181063"/>
              <a:gd name="csY34" fmla="*/ 861774 h 861774"/>
              <a:gd name="csX35" fmla="*/ 1095961 w 10181063"/>
              <a:gd name="csY35" fmla="*/ 861774 h 861774"/>
              <a:gd name="csX36" fmla="*/ 0 w 10181063"/>
              <a:gd name="csY36" fmla="*/ 861774 h 861774"/>
              <a:gd name="csX37" fmla="*/ 0 w 10181063"/>
              <a:gd name="csY37" fmla="*/ 422269 h 861774"/>
              <a:gd name="csX38" fmla="*/ 0 w 10181063"/>
              <a:gd name="csY38" fmla="*/ 0 h 8617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10181063" h="861774" fill="none" extrusionOk="0">
                <a:moveTo>
                  <a:pt x="0" y="0"/>
                </a:moveTo>
                <a:cubicBezTo>
                  <a:pt x="106413" y="-35107"/>
                  <a:pt x="164667" y="32221"/>
                  <a:pt x="293454" y="0"/>
                </a:cubicBezTo>
                <a:cubicBezTo>
                  <a:pt x="422241" y="-32221"/>
                  <a:pt x="632978" y="17169"/>
                  <a:pt x="892340" y="0"/>
                </a:cubicBezTo>
                <a:cubicBezTo>
                  <a:pt x="1151702" y="-17169"/>
                  <a:pt x="1120931" y="23526"/>
                  <a:pt x="1287605" y="0"/>
                </a:cubicBezTo>
                <a:cubicBezTo>
                  <a:pt x="1454280" y="-23526"/>
                  <a:pt x="1595572" y="7262"/>
                  <a:pt x="1886491" y="0"/>
                </a:cubicBezTo>
                <a:cubicBezTo>
                  <a:pt x="2177410" y="-7262"/>
                  <a:pt x="2265048" y="45041"/>
                  <a:pt x="2383567" y="0"/>
                </a:cubicBezTo>
                <a:cubicBezTo>
                  <a:pt x="2502086" y="-45041"/>
                  <a:pt x="2879568" y="66"/>
                  <a:pt x="3186074" y="0"/>
                </a:cubicBezTo>
                <a:cubicBezTo>
                  <a:pt x="3492580" y="-66"/>
                  <a:pt x="3368536" y="12322"/>
                  <a:pt x="3479528" y="0"/>
                </a:cubicBezTo>
                <a:cubicBezTo>
                  <a:pt x="3590520" y="-12322"/>
                  <a:pt x="3793913" y="55486"/>
                  <a:pt x="4078414" y="0"/>
                </a:cubicBezTo>
                <a:cubicBezTo>
                  <a:pt x="4362915" y="-55486"/>
                  <a:pt x="4309307" y="46421"/>
                  <a:pt x="4473679" y="0"/>
                </a:cubicBezTo>
                <a:cubicBezTo>
                  <a:pt x="4638052" y="-46421"/>
                  <a:pt x="4636390" y="26585"/>
                  <a:pt x="4767133" y="0"/>
                </a:cubicBezTo>
                <a:cubicBezTo>
                  <a:pt x="4897876" y="-26585"/>
                  <a:pt x="5189295" y="73150"/>
                  <a:pt x="5467830" y="0"/>
                </a:cubicBezTo>
                <a:cubicBezTo>
                  <a:pt x="5746365" y="-73150"/>
                  <a:pt x="5675245" y="20932"/>
                  <a:pt x="5761284" y="0"/>
                </a:cubicBezTo>
                <a:cubicBezTo>
                  <a:pt x="5847323" y="-20932"/>
                  <a:pt x="6081242" y="26767"/>
                  <a:pt x="6360170" y="0"/>
                </a:cubicBezTo>
                <a:cubicBezTo>
                  <a:pt x="6639098" y="-26767"/>
                  <a:pt x="6854746" y="75820"/>
                  <a:pt x="7162677" y="0"/>
                </a:cubicBezTo>
                <a:cubicBezTo>
                  <a:pt x="7470608" y="-75820"/>
                  <a:pt x="7446325" y="38110"/>
                  <a:pt x="7557942" y="0"/>
                </a:cubicBezTo>
                <a:cubicBezTo>
                  <a:pt x="7669559" y="-38110"/>
                  <a:pt x="8127445" y="46553"/>
                  <a:pt x="8360449" y="0"/>
                </a:cubicBezTo>
                <a:cubicBezTo>
                  <a:pt x="8593453" y="-46553"/>
                  <a:pt x="8847936" y="72693"/>
                  <a:pt x="9162957" y="0"/>
                </a:cubicBezTo>
                <a:cubicBezTo>
                  <a:pt x="9477978" y="-72693"/>
                  <a:pt x="9955377" y="9656"/>
                  <a:pt x="10181063" y="0"/>
                </a:cubicBezTo>
                <a:cubicBezTo>
                  <a:pt x="10233177" y="188037"/>
                  <a:pt x="10138630" y="346281"/>
                  <a:pt x="10181063" y="448122"/>
                </a:cubicBezTo>
                <a:cubicBezTo>
                  <a:pt x="10223496" y="549963"/>
                  <a:pt x="10165816" y="679936"/>
                  <a:pt x="10181063" y="861774"/>
                </a:cubicBezTo>
                <a:cubicBezTo>
                  <a:pt x="9990568" y="871872"/>
                  <a:pt x="9867010" y="843642"/>
                  <a:pt x="9683988" y="861774"/>
                </a:cubicBezTo>
                <a:cubicBezTo>
                  <a:pt x="9500967" y="879906"/>
                  <a:pt x="9309083" y="796548"/>
                  <a:pt x="9085102" y="861774"/>
                </a:cubicBezTo>
                <a:cubicBezTo>
                  <a:pt x="8861121" y="927000"/>
                  <a:pt x="8445318" y="788761"/>
                  <a:pt x="8282594" y="861774"/>
                </a:cubicBezTo>
                <a:cubicBezTo>
                  <a:pt x="8119870" y="934787"/>
                  <a:pt x="7775219" y="794301"/>
                  <a:pt x="7581898" y="861774"/>
                </a:cubicBezTo>
                <a:cubicBezTo>
                  <a:pt x="7388577" y="929247"/>
                  <a:pt x="7386157" y="850359"/>
                  <a:pt x="7288443" y="861774"/>
                </a:cubicBezTo>
                <a:cubicBezTo>
                  <a:pt x="7190729" y="873189"/>
                  <a:pt x="6905087" y="800300"/>
                  <a:pt x="6689557" y="861774"/>
                </a:cubicBezTo>
                <a:cubicBezTo>
                  <a:pt x="6474027" y="923248"/>
                  <a:pt x="6304469" y="835543"/>
                  <a:pt x="6192482" y="861774"/>
                </a:cubicBezTo>
                <a:cubicBezTo>
                  <a:pt x="6080496" y="888005"/>
                  <a:pt x="5622274" y="858439"/>
                  <a:pt x="5389975" y="861774"/>
                </a:cubicBezTo>
                <a:cubicBezTo>
                  <a:pt x="5157676" y="865109"/>
                  <a:pt x="5150185" y="843732"/>
                  <a:pt x="4994710" y="861774"/>
                </a:cubicBezTo>
                <a:cubicBezTo>
                  <a:pt x="4839236" y="879816"/>
                  <a:pt x="4475247" y="858034"/>
                  <a:pt x="4192202" y="861774"/>
                </a:cubicBezTo>
                <a:cubicBezTo>
                  <a:pt x="3909157" y="865514"/>
                  <a:pt x="3872606" y="857516"/>
                  <a:pt x="3593316" y="861774"/>
                </a:cubicBezTo>
                <a:cubicBezTo>
                  <a:pt x="3314026" y="866032"/>
                  <a:pt x="3082790" y="797503"/>
                  <a:pt x="2892620" y="861774"/>
                </a:cubicBezTo>
                <a:cubicBezTo>
                  <a:pt x="2702450" y="926045"/>
                  <a:pt x="2636242" y="826130"/>
                  <a:pt x="2497355" y="861774"/>
                </a:cubicBezTo>
                <a:cubicBezTo>
                  <a:pt x="2358469" y="897418"/>
                  <a:pt x="2124649" y="845691"/>
                  <a:pt x="1898469" y="861774"/>
                </a:cubicBezTo>
                <a:cubicBezTo>
                  <a:pt x="1672289" y="877857"/>
                  <a:pt x="1322338" y="780118"/>
                  <a:pt x="1095961" y="861774"/>
                </a:cubicBezTo>
                <a:cubicBezTo>
                  <a:pt x="869584" y="943430"/>
                  <a:pt x="467238" y="757126"/>
                  <a:pt x="0" y="861774"/>
                </a:cubicBezTo>
                <a:cubicBezTo>
                  <a:pt x="-28223" y="689603"/>
                  <a:pt x="46479" y="631589"/>
                  <a:pt x="0" y="422269"/>
                </a:cubicBezTo>
                <a:cubicBezTo>
                  <a:pt x="-46479" y="212949"/>
                  <a:pt x="32638" y="183612"/>
                  <a:pt x="0" y="0"/>
                </a:cubicBezTo>
                <a:close/>
              </a:path>
              <a:path w="10181063" h="861774" stroke="0" extrusionOk="0">
                <a:moveTo>
                  <a:pt x="0" y="0"/>
                </a:moveTo>
                <a:cubicBezTo>
                  <a:pt x="258286" y="-35642"/>
                  <a:pt x="384858" y="38451"/>
                  <a:pt x="598886" y="0"/>
                </a:cubicBezTo>
                <a:cubicBezTo>
                  <a:pt x="812914" y="-38451"/>
                  <a:pt x="979281" y="57079"/>
                  <a:pt x="1197772" y="0"/>
                </a:cubicBezTo>
                <a:cubicBezTo>
                  <a:pt x="1416263" y="-57079"/>
                  <a:pt x="1679277" y="23569"/>
                  <a:pt x="2000279" y="0"/>
                </a:cubicBezTo>
                <a:cubicBezTo>
                  <a:pt x="2321281" y="-23569"/>
                  <a:pt x="2206138" y="13665"/>
                  <a:pt x="2395544" y="0"/>
                </a:cubicBezTo>
                <a:cubicBezTo>
                  <a:pt x="2584951" y="-13665"/>
                  <a:pt x="2800628" y="52763"/>
                  <a:pt x="3096241" y="0"/>
                </a:cubicBezTo>
                <a:cubicBezTo>
                  <a:pt x="3391854" y="-52763"/>
                  <a:pt x="3347208" y="16438"/>
                  <a:pt x="3491506" y="0"/>
                </a:cubicBezTo>
                <a:cubicBezTo>
                  <a:pt x="3635804" y="-16438"/>
                  <a:pt x="3829623" y="11952"/>
                  <a:pt x="4090392" y="0"/>
                </a:cubicBezTo>
                <a:cubicBezTo>
                  <a:pt x="4351161" y="-11952"/>
                  <a:pt x="4250105" y="5391"/>
                  <a:pt x="4383846" y="0"/>
                </a:cubicBezTo>
                <a:cubicBezTo>
                  <a:pt x="4517587" y="-5391"/>
                  <a:pt x="4555128" y="12483"/>
                  <a:pt x="4677300" y="0"/>
                </a:cubicBezTo>
                <a:cubicBezTo>
                  <a:pt x="4799472" y="-12483"/>
                  <a:pt x="5303711" y="47626"/>
                  <a:pt x="5479807" y="0"/>
                </a:cubicBezTo>
                <a:cubicBezTo>
                  <a:pt x="5655903" y="-47626"/>
                  <a:pt x="5636063" y="17277"/>
                  <a:pt x="5773262" y="0"/>
                </a:cubicBezTo>
                <a:cubicBezTo>
                  <a:pt x="5910462" y="-17277"/>
                  <a:pt x="5968965" y="10821"/>
                  <a:pt x="6066716" y="0"/>
                </a:cubicBezTo>
                <a:cubicBezTo>
                  <a:pt x="6164467" y="-10821"/>
                  <a:pt x="6623360" y="17698"/>
                  <a:pt x="6767412" y="0"/>
                </a:cubicBezTo>
                <a:cubicBezTo>
                  <a:pt x="6911464" y="-17698"/>
                  <a:pt x="7222785" y="75208"/>
                  <a:pt x="7468109" y="0"/>
                </a:cubicBezTo>
                <a:cubicBezTo>
                  <a:pt x="7713433" y="-75208"/>
                  <a:pt x="7873143" y="54088"/>
                  <a:pt x="8066995" y="0"/>
                </a:cubicBezTo>
                <a:cubicBezTo>
                  <a:pt x="8260847" y="-54088"/>
                  <a:pt x="8490202" y="42660"/>
                  <a:pt x="8767692" y="0"/>
                </a:cubicBezTo>
                <a:cubicBezTo>
                  <a:pt x="9045182" y="-42660"/>
                  <a:pt x="9011518" y="1741"/>
                  <a:pt x="9162957" y="0"/>
                </a:cubicBezTo>
                <a:cubicBezTo>
                  <a:pt x="9314397" y="-1741"/>
                  <a:pt x="9365194" y="3838"/>
                  <a:pt x="9456411" y="0"/>
                </a:cubicBezTo>
                <a:cubicBezTo>
                  <a:pt x="9547628" y="-3838"/>
                  <a:pt x="10023007" y="18428"/>
                  <a:pt x="10181063" y="0"/>
                </a:cubicBezTo>
                <a:cubicBezTo>
                  <a:pt x="10192920" y="129285"/>
                  <a:pt x="10145039" y="212157"/>
                  <a:pt x="10181063" y="405034"/>
                </a:cubicBezTo>
                <a:cubicBezTo>
                  <a:pt x="10217087" y="597911"/>
                  <a:pt x="10144135" y="748951"/>
                  <a:pt x="10181063" y="861774"/>
                </a:cubicBezTo>
                <a:cubicBezTo>
                  <a:pt x="9949437" y="873818"/>
                  <a:pt x="9762119" y="855596"/>
                  <a:pt x="9378556" y="861774"/>
                </a:cubicBezTo>
                <a:cubicBezTo>
                  <a:pt x="8994993" y="867952"/>
                  <a:pt x="8960932" y="808762"/>
                  <a:pt x="8677859" y="861774"/>
                </a:cubicBezTo>
                <a:cubicBezTo>
                  <a:pt x="8394786" y="914786"/>
                  <a:pt x="8382078" y="832547"/>
                  <a:pt x="8282594" y="861774"/>
                </a:cubicBezTo>
                <a:cubicBezTo>
                  <a:pt x="8183111" y="891001"/>
                  <a:pt x="7900383" y="844205"/>
                  <a:pt x="7785519" y="861774"/>
                </a:cubicBezTo>
                <a:cubicBezTo>
                  <a:pt x="7670655" y="879343"/>
                  <a:pt x="7394722" y="811788"/>
                  <a:pt x="7186633" y="861774"/>
                </a:cubicBezTo>
                <a:cubicBezTo>
                  <a:pt x="6978544" y="911760"/>
                  <a:pt x="6971494" y="838040"/>
                  <a:pt x="6893179" y="861774"/>
                </a:cubicBezTo>
                <a:cubicBezTo>
                  <a:pt x="6814864" y="885508"/>
                  <a:pt x="6468152" y="828671"/>
                  <a:pt x="6090671" y="861774"/>
                </a:cubicBezTo>
                <a:cubicBezTo>
                  <a:pt x="5713190" y="894877"/>
                  <a:pt x="5882796" y="821837"/>
                  <a:pt x="5695406" y="861774"/>
                </a:cubicBezTo>
                <a:cubicBezTo>
                  <a:pt x="5508017" y="901711"/>
                  <a:pt x="5471237" y="827485"/>
                  <a:pt x="5401952" y="861774"/>
                </a:cubicBezTo>
                <a:cubicBezTo>
                  <a:pt x="5332667" y="896063"/>
                  <a:pt x="4900183" y="785241"/>
                  <a:pt x="4701256" y="861774"/>
                </a:cubicBezTo>
                <a:cubicBezTo>
                  <a:pt x="4502329" y="938307"/>
                  <a:pt x="4469834" y="845843"/>
                  <a:pt x="4407801" y="861774"/>
                </a:cubicBezTo>
                <a:cubicBezTo>
                  <a:pt x="4345769" y="877705"/>
                  <a:pt x="4244453" y="851325"/>
                  <a:pt x="4114347" y="861774"/>
                </a:cubicBezTo>
                <a:cubicBezTo>
                  <a:pt x="3984241" y="872223"/>
                  <a:pt x="3618573" y="780643"/>
                  <a:pt x="3311840" y="861774"/>
                </a:cubicBezTo>
                <a:cubicBezTo>
                  <a:pt x="3005107" y="942905"/>
                  <a:pt x="3075707" y="819532"/>
                  <a:pt x="2916575" y="861774"/>
                </a:cubicBezTo>
                <a:cubicBezTo>
                  <a:pt x="2757443" y="904016"/>
                  <a:pt x="2508905" y="817399"/>
                  <a:pt x="2114068" y="861774"/>
                </a:cubicBezTo>
                <a:cubicBezTo>
                  <a:pt x="1719231" y="906149"/>
                  <a:pt x="1684662" y="773381"/>
                  <a:pt x="1311560" y="861774"/>
                </a:cubicBezTo>
                <a:cubicBezTo>
                  <a:pt x="938458" y="950167"/>
                  <a:pt x="1045984" y="818788"/>
                  <a:pt x="916296" y="861774"/>
                </a:cubicBezTo>
                <a:cubicBezTo>
                  <a:pt x="786608" y="904760"/>
                  <a:pt x="225691" y="792383"/>
                  <a:pt x="0" y="861774"/>
                </a:cubicBezTo>
                <a:cubicBezTo>
                  <a:pt x="-50808" y="702661"/>
                  <a:pt x="3873" y="583120"/>
                  <a:pt x="0" y="422269"/>
                </a:cubicBezTo>
                <a:cubicBezTo>
                  <a:pt x="-3873" y="261419"/>
                  <a:pt x="15641" y="90581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6365470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500" dirty="0">
                <a:latin typeface="Arial" panose="020B0604020202020204" pitchFamily="34" charset="0"/>
                <a:cs typeface="Arial" panose="020B0604020202020204" pitchFamily="34" charset="0"/>
              </a:rPr>
              <a:t>Write down the multiplier that can be used to work out an increase of :</a:t>
            </a:r>
          </a:p>
          <a:p>
            <a:r>
              <a:rPr lang="en-GB" sz="2500" dirty="0">
                <a:latin typeface="Arial" panose="020B0604020202020204" pitchFamily="34" charset="0"/>
                <a:cs typeface="Arial" panose="020B0604020202020204" pitchFamily="34" charset="0"/>
              </a:rPr>
              <a:t>a) 64%		b) 3%			c)13.4%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32BD2F-5EA8-4EAE-B7AB-9EC49F02A2F4}"/>
              </a:ext>
            </a:extLst>
          </p:cNvPr>
          <p:cNvSpPr txBox="1"/>
          <p:nvPr/>
        </p:nvSpPr>
        <p:spPr>
          <a:xfrm>
            <a:off x="1005468" y="3132807"/>
            <a:ext cx="10181063" cy="861774"/>
          </a:xfrm>
          <a:custGeom>
            <a:avLst/>
            <a:gdLst>
              <a:gd name="csX0" fmla="*/ 0 w 10181063"/>
              <a:gd name="csY0" fmla="*/ 0 h 861774"/>
              <a:gd name="csX1" fmla="*/ 293454 w 10181063"/>
              <a:gd name="csY1" fmla="*/ 0 h 861774"/>
              <a:gd name="csX2" fmla="*/ 892340 w 10181063"/>
              <a:gd name="csY2" fmla="*/ 0 h 861774"/>
              <a:gd name="csX3" fmla="*/ 1287605 w 10181063"/>
              <a:gd name="csY3" fmla="*/ 0 h 861774"/>
              <a:gd name="csX4" fmla="*/ 1886491 w 10181063"/>
              <a:gd name="csY4" fmla="*/ 0 h 861774"/>
              <a:gd name="csX5" fmla="*/ 2383567 w 10181063"/>
              <a:gd name="csY5" fmla="*/ 0 h 861774"/>
              <a:gd name="csX6" fmla="*/ 3186074 w 10181063"/>
              <a:gd name="csY6" fmla="*/ 0 h 861774"/>
              <a:gd name="csX7" fmla="*/ 3479528 w 10181063"/>
              <a:gd name="csY7" fmla="*/ 0 h 861774"/>
              <a:gd name="csX8" fmla="*/ 4078414 w 10181063"/>
              <a:gd name="csY8" fmla="*/ 0 h 861774"/>
              <a:gd name="csX9" fmla="*/ 4473679 w 10181063"/>
              <a:gd name="csY9" fmla="*/ 0 h 861774"/>
              <a:gd name="csX10" fmla="*/ 4767133 w 10181063"/>
              <a:gd name="csY10" fmla="*/ 0 h 861774"/>
              <a:gd name="csX11" fmla="*/ 5467830 w 10181063"/>
              <a:gd name="csY11" fmla="*/ 0 h 861774"/>
              <a:gd name="csX12" fmla="*/ 5761284 w 10181063"/>
              <a:gd name="csY12" fmla="*/ 0 h 861774"/>
              <a:gd name="csX13" fmla="*/ 6360170 w 10181063"/>
              <a:gd name="csY13" fmla="*/ 0 h 861774"/>
              <a:gd name="csX14" fmla="*/ 7162677 w 10181063"/>
              <a:gd name="csY14" fmla="*/ 0 h 861774"/>
              <a:gd name="csX15" fmla="*/ 7557942 w 10181063"/>
              <a:gd name="csY15" fmla="*/ 0 h 861774"/>
              <a:gd name="csX16" fmla="*/ 8360449 w 10181063"/>
              <a:gd name="csY16" fmla="*/ 0 h 861774"/>
              <a:gd name="csX17" fmla="*/ 9162957 w 10181063"/>
              <a:gd name="csY17" fmla="*/ 0 h 861774"/>
              <a:gd name="csX18" fmla="*/ 10181063 w 10181063"/>
              <a:gd name="csY18" fmla="*/ 0 h 861774"/>
              <a:gd name="csX19" fmla="*/ 10181063 w 10181063"/>
              <a:gd name="csY19" fmla="*/ 448122 h 861774"/>
              <a:gd name="csX20" fmla="*/ 10181063 w 10181063"/>
              <a:gd name="csY20" fmla="*/ 861774 h 861774"/>
              <a:gd name="csX21" fmla="*/ 9683988 w 10181063"/>
              <a:gd name="csY21" fmla="*/ 861774 h 861774"/>
              <a:gd name="csX22" fmla="*/ 9085102 w 10181063"/>
              <a:gd name="csY22" fmla="*/ 861774 h 861774"/>
              <a:gd name="csX23" fmla="*/ 8282594 w 10181063"/>
              <a:gd name="csY23" fmla="*/ 861774 h 861774"/>
              <a:gd name="csX24" fmla="*/ 7581898 w 10181063"/>
              <a:gd name="csY24" fmla="*/ 861774 h 861774"/>
              <a:gd name="csX25" fmla="*/ 7288443 w 10181063"/>
              <a:gd name="csY25" fmla="*/ 861774 h 861774"/>
              <a:gd name="csX26" fmla="*/ 6689557 w 10181063"/>
              <a:gd name="csY26" fmla="*/ 861774 h 861774"/>
              <a:gd name="csX27" fmla="*/ 6192482 w 10181063"/>
              <a:gd name="csY27" fmla="*/ 861774 h 861774"/>
              <a:gd name="csX28" fmla="*/ 5389975 w 10181063"/>
              <a:gd name="csY28" fmla="*/ 861774 h 861774"/>
              <a:gd name="csX29" fmla="*/ 4994710 w 10181063"/>
              <a:gd name="csY29" fmla="*/ 861774 h 861774"/>
              <a:gd name="csX30" fmla="*/ 4192202 w 10181063"/>
              <a:gd name="csY30" fmla="*/ 861774 h 861774"/>
              <a:gd name="csX31" fmla="*/ 3593316 w 10181063"/>
              <a:gd name="csY31" fmla="*/ 861774 h 861774"/>
              <a:gd name="csX32" fmla="*/ 2892620 w 10181063"/>
              <a:gd name="csY32" fmla="*/ 861774 h 861774"/>
              <a:gd name="csX33" fmla="*/ 2497355 w 10181063"/>
              <a:gd name="csY33" fmla="*/ 861774 h 861774"/>
              <a:gd name="csX34" fmla="*/ 1898469 w 10181063"/>
              <a:gd name="csY34" fmla="*/ 861774 h 861774"/>
              <a:gd name="csX35" fmla="*/ 1095961 w 10181063"/>
              <a:gd name="csY35" fmla="*/ 861774 h 861774"/>
              <a:gd name="csX36" fmla="*/ 0 w 10181063"/>
              <a:gd name="csY36" fmla="*/ 861774 h 861774"/>
              <a:gd name="csX37" fmla="*/ 0 w 10181063"/>
              <a:gd name="csY37" fmla="*/ 422269 h 861774"/>
              <a:gd name="csX38" fmla="*/ 0 w 10181063"/>
              <a:gd name="csY38" fmla="*/ 0 h 8617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10181063" h="861774" fill="none" extrusionOk="0">
                <a:moveTo>
                  <a:pt x="0" y="0"/>
                </a:moveTo>
                <a:cubicBezTo>
                  <a:pt x="106413" y="-35107"/>
                  <a:pt x="164667" y="32221"/>
                  <a:pt x="293454" y="0"/>
                </a:cubicBezTo>
                <a:cubicBezTo>
                  <a:pt x="422241" y="-32221"/>
                  <a:pt x="632978" y="17169"/>
                  <a:pt x="892340" y="0"/>
                </a:cubicBezTo>
                <a:cubicBezTo>
                  <a:pt x="1151702" y="-17169"/>
                  <a:pt x="1120931" y="23526"/>
                  <a:pt x="1287605" y="0"/>
                </a:cubicBezTo>
                <a:cubicBezTo>
                  <a:pt x="1454280" y="-23526"/>
                  <a:pt x="1595572" y="7262"/>
                  <a:pt x="1886491" y="0"/>
                </a:cubicBezTo>
                <a:cubicBezTo>
                  <a:pt x="2177410" y="-7262"/>
                  <a:pt x="2265048" y="45041"/>
                  <a:pt x="2383567" y="0"/>
                </a:cubicBezTo>
                <a:cubicBezTo>
                  <a:pt x="2502086" y="-45041"/>
                  <a:pt x="2879568" y="66"/>
                  <a:pt x="3186074" y="0"/>
                </a:cubicBezTo>
                <a:cubicBezTo>
                  <a:pt x="3492580" y="-66"/>
                  <a:pt x="3368536" y="12322"/>
                  <a:pt x="3479528" y="0"/>
                </a:cubicBezTo>
                <a:cubicBezTo>
                  <a:pt x="3590520" y="-12322"/>
                  <a:pt x="3793913" y="55486"/>
                  <a:pt x="4078414" y="0"/>
                </a:cubicBezTo>
                <a:cubicBezTo>
                  <a:pt x="4362915" y="-55486"/>
                  <a:pt x="4309307" y="46421"/>
                  <a:pt x="4473679" y="0"/>
                </a:cubicBezTo>
                <a:cubicBezTo>
                  <a:pt x="4638052" y="-46421"/>
                  <a:pt x="4636390" y="26585"/>
                  <a:pt x="4767133" y="0"/>
                </a:cubicBezTo>
                <a:cubicBezTo>
                  <a:pt x="4897876" y="-26585"/>
                  <a:pt x="5189295" y="73150"/>
                  <a:pt x="5467830" y="0"/>
                </a:cubicBezTo>
                <a:cubicBezTo>
                  <a:pt x="5746365" y="-73150"/>
                  <a:pt x="5675245" y="20932"/>
                  <a:pt x="5761284" y="0"/>
                </a:cubicBezTo>
                <a:cubicBezTo>
                  <a:pt x="5847323" y="-20932"/>
                  <a:pt x="6081242" y="26767"/>
                  <a:pt x="6360170" y="0"/>
                </a:cubicBezTo>
                <a:cubicBezTo>
                  <a:pt x="6639098" y="-26767"/>
                  <a:pt x="6854746" y="75820"/>
                  <a:pt x="7162677" y="0"/>
                </a:cubicBezTo>
                <a:cubicBezTo>
                  <a:pt x="7470608" y="-75820"/>
                  <a:pt x="7446325" y="38110"/>
                  <a:pt x="7557942" y="0"/>
                </a:cubicBezTo>
                <a:cubicBezTo>
                  <a:pt x="7669559" y="-38110"/>
                  <a:pt x="8127445" y="46553"/>
                  <a:pt x="8360449" y="0"/>
                </a:cubicBezTo>
                <a:cubicBezTo>
                  <a:pt x="8593453" y="-46553"/>
                  <a:pt x="8847936" y="72693"/>
                  <a:pt x="9162957" y="0"/>
                </a:cubicBezTo>
                <a:cubicBezTo>
                  <a:pt x="9477978" y="-72693"/>
                  <a:pt x="9955377" y="9656"/>
                  <a:pt x="10181063" y="0"/>
                </a:cubicBezTo>
                <a:cubicBezTo>
                  <a:pt x="10233177" y="188037"/>
                  <a:pt x="10138630" y="346281"/>
                  <a:pt x="10181063" y="448122"/>
                </a:cubicBezTo>
                <a:cubicBezTo>
                  <a:pt x="10223496" y="549963"/>
                  <a:pt x="10165816" y="679936"/>
                  <a:pt x="10181063" y="861774"/>
                </a:cubicBezTo>
                <a:cubicBezTo>
                  <a:pt x="9990568" y="871872"/>
                  <a:pt x="9867010" y="843642"/>
                  <a:pt x="9683988" y="861774"/>
                </a:cubicBezTo>
                <a:cubicBezTo>
                  <a:pt x="9500967" y="879906"/>
                  <a:pt x="9309083" y="796548"/>
                  <a:pt x="9085102" y="861774"/>
                </a:cubicBezTo>
                <a:cubicBezTo>
                  <a:pt x="8861121" y="927000"/>
                  <a:pt x="8445318" y="788761"/>
                  <a:pt x="8282594" y="861774"/>
                </a:cubicBezTo>
                <a:cubicBezTo>
                  <a:pt x="8119870" y="934787"/>
                  <a:pt x="7775219" y="794301"/>
                  <a:pt x="7581898" y="861774"/>
                </a:cubicBezTo>
                <a:cubicBezTo>
                  <a:pt x="7388577" y="929247"/>
                  <a:pt x="7386157" y="850359"/>
                  <a:pt x="7288443" y="861774"/>
                </a:cubicBezTo>
                <a:cubicBezTo>
                  <a:pt x="7190729" y="873189"/>
                  <a:pt x="6905087" y="800300"/>
                  <a:pt x="6689557" y="861774"/>
                </a:cubicBezTo>
                <a:cubicBezTo>
                  <a:pt x="6474027" y="923248"/>
                  <a:pt x="6304469" y="835543"/>
                  <a:pt x="6192482" y="861774"/>
                </a:cubicBezTo>
                <a:cubicBezTo>
                  <a:pt x="6080496" y="888005"/>
                  <a:pt x="5622274" y="858439"/>
                  <a:pt x="5389975" y="861774"/>
                </a:cubicBezTo>
                <a:cubicBezTo>
                  <a:pt x="5157676" y="865109"/>
                  <a:pt x="5150185" y="843732"/>
                  <a:pt x="4994710" y="861774"/>
                </a:cubicBezTo>
                <a:cubicBezTo>
                  <a:pt x="4839236" y="879816"/>
                  <a:pt x="4475247" y="858034"/>
                  <a:pt x="4192202" y="861774"/>
                </a:cubicBezTo>
                <a:cubicBezTo>
                  <a:pt x="3909157" y="865514"/>
                  <a:pt x="3872606" y="857516"/>
                  <a:pt x="3593316" y="861774"/>
                </a:cubicBezTo>
                <a:cubicBezTo>
                  <a:pt x="3314026" y="866032"/>
                  <a:pt x="3082790" y="797503"/>
                  <a:pt x="2892620" y="861774"/>
                </a:cubicBezTo>
                <a:cubicBezTo>
                  <a:pt x="2702450" y="926045"/>
                  <a:pt x="2636242" y="826130"/>
                  <a:pt x="2497355" y="861774"/>
                </a:cubicBezTo>
                <a:cubicBezTo>
                  <a:pt x="2358469" y="897418"/>
                  <a:pt x="2124649" y="845691"/>
                  <a:pt x="1898469" y="861774"/>
                </a:cubicBezTo>
                <a:cubicBezTo>
                  <a:pt x="1672289" y="877857"/>
                  <a:pt x="1322338" y="780118"/>
                  <a:pt x="1095961" y="861774"/>
                </a:cubicBezTo>
                <a:cubicBezTo>
                  <a:pt x="869584" y="943430"/>
                  <a:pt x="467238" y="757126"/>
                  <a:pt x="0" y="861774"/>
                </a:cubicBezTo>
                <a:cubicBezTo>
                  <a:pt x="-28223" y="689603"/>
                  <a:pt x="46479" y="631589"/>
                  <a:pt x="0" y="422269"/>
                </a:cubicBezTo>
                <a:cubicBezTo>
                  <a:pt x="-46479" y="212949"/>
                  <a:pt x="32638" y="183612"/>
                  <a:pt x="0" y="0"/>
                </a:cubicBezTo>
                <a:close/>
              </a:path>
              <a:path w="10181063" h="861774" stroke="0" extrusionOk="0">
                <a:moveTo>
                  <a:pt x="0" y="0"/>
                </a:moveTo>
                <a:cubicBezTo>
                  <a:pt x="258286" y="-35642"/>
                  <a:pt x="384858" y="38451"/>
                  <a:pt x="598886" y="0"/>
                </a:cubicBezTo>
                <a:cubicBezTo>
                  <a:pt x="812914" y="-38451"/>
                  <a:pt x="979281" y="57079"/>
                  <a:pt x="1197772" y="0"/>
                </a:cubicBezTo>
                <a:cubicBezTo>
                  <a:pt x="1416263" y="-57079"/>
                  <a:pt x="1679277" y="23569"/>
                  <a:pt x="2000279" y="0"/>
                </a:cubicBezTo>
                <a:cubicBezTo>
                  <a:pt x="2321281" y="-23569"/>
                  <a:pt x="2206138" y="13665"/>
                  <a:pt x="2395544" y="0"/>
                </a:cubicBezTo>
                <a:cubicBezTo>
                  <a:pt x="2584951" y="-13665"/>
                  <a:pt x="2800628" y="52763"/>
                  <a:pt x="3096241" y="0"/>
                </a:cubicBezTo>
                <a:cubicBezTo>
                  <a:pt x="3391854" y="-52763"/>
                  <a:pt x="3347208" y="16438"/>
                  <a:pt x="3491506" y="0"/>
                </a:cubicBezTo>
                <a:cubicBezTo>
                  <a:pt x="3635804" y="-16438"/>
                  <a:pt x="3829623" y="11952"/>
                  <a:pt x="4090392" y="0"/>
                </a:cubicBezTo>
                <a:cubicBezTo>
                  <a:pt x="4351161" y="-11952"/>
                  <a:pt x="4250105" y="5391"/>
                  <a:pt x="4383846" y="0"/>
                </a:cubicBezTo>
                <a:cubicBezTo>
                  <a:pt x="4517587" y="-5391"/>
                  <a:pt x="4555128" y="12483"/>
                  <a:pt x="4677300" y="0"/>
                </a:cubicBezTo>
                <a:cubicBezTo>
                  <a:pt x="4799472" y="-12483"/>
                  <a:pt x="5303711" y="47626"/>
                  <a:pt x="5479807" y="0"/>
                </a:cubicBezTo>
                <a:cubicBezTo>
                  <a:pt x="5655903" y="-47626"/>
                  <a:pt x="5636063" y="17277"/>
                  <a:pt x="5773262" y="0"/>
                </a:cubicBezTo>
                <a:cubicBezTo>
                  <a:pt x="5910462" y="-17277"/>
                  <a:pt x="5968965" y="10821"/>
                  <a:pt x="6066716" y="0"/>
                </a:cubicBezTo>
                <a:cubicBezTo>
                  <a:pt x="6164467" y="-10821"/>
                  <a:pt x="6623360" y="17698"/>
                  <a:pt x="6767412" y="0"/>
                </a:cubicBezTo>
                <a:cubicBezTo>
                  <a:pt x="6911464" y="-17698"/>
                  <a:pt x="7222785" y="75208"/>
                  <a:pt x="7468109" y="0"/>
                </a:cubicBezTo>
                <a:cubicBezTo>
                  <a:pt x="7713433" y="-75208"/>
                  <a:pt x="7873143" y="54088"/>
                  <a:pt x="8066995" y="0"/>
                </a:cubicBezTo>
                <a:cubicBezTo>
                  <a:pt x="8260847" y="-54088"/>
                  <a:pt x="8490202" y="42660"/>
                  <a:pt x="8767692" y="0"/>
                </a:cubicBezTo>
                <a:cubicBezTo>
                  <a:pt x="9045182" y="-42660"/>
                  <a:pt x="9011518" y="1741"/>
                  <a:pt x="9162957" y="0"/>
                </a:cubicBezTo>
                <a:cubicBezTo>
                  <a:pt x="9314397" y="-1741"/>
                  <a:pt x="9365194" y="3838"/>
                  <a:pt x="9456411" y="0"/>
                </a:cubicBezTo>
                <a:cubicBezTo>
                  <a:pt x="9547628" y="-3838"/>
                  <a:pt x="10023007" y="18428"/>
                  <a:pt x="10181063" y="0"/>
                </a:cubicBezTo>
                <a:cubicBezTo>
                  <a:pt x="10192920" y="129285"/>
                  <a:pt x="10145039" y="212157"/>
                  <a:pt x="10181063" y="405034"/>
                </a:cubicBezTo>
                <a:cubicBezTo>
                  <a:pt x="10217087" y="597911"/>
                  <a:pt x="10144135" y="748951"/>
                  <a:pt x="10181063" y="861774"/>
                </a:cubicBezTo>
                <a:cubicBezTo>
                  <a:pt x="9949437" y="873818"/>
                  <a:pt x="9762119" y="855596"/>
                  <a:pt x="9378556" y="861774"/>
                </a:cubicBezTo>
                <a:cubicBezTo>
                  <a:pt x="8994993" y="867952"/>
                  <a:pt x="8960932" y="808762"/>
                  <a:pt x="8677859" y="861774"/>
                </a:cubicBezTo>
                <a:cubicBezTo>
                  <a:pt x="8394786" y="914786"/>
                  <a:pt x="8382078" y="832547"/>
                  <a:pt x="8282594" y="861774"/>
                </a:cubicBezTo>
                <a:cubicBezTo>
                  <a:pt x="8183111" y="891001"/>
                  <a:pt x="7900383" y="844205"/>
                  <a:pt x="7785519" y="861774"/>
                </a:cubicBezTo>
                <a:cubicBezTo>
                  <a:pt x="7670655" y="879343"/>
                  <a:pt x="7394722" y="811788"/>
                  <a:pt x="7186633" y="861774"/>
                </a:cubicBezTo>
                <a:cubicBezTo>
                  <a:pt x="6978544" y="911760"/>
                  <a:pt x="6971494" y="838040"/>
                  <a:pt x="6893179" y="861774"/>
                </a:cubicBezTo>
                <a:cubicBezTo>
                  <a:pt x="6814864" y="885508"/>
                  <a:pt x="6468152" y="828671"/>
                  <a:pt x="6090671" y="861774"/>
                </a:cubicBezTo>
                <a:cubicBezTo>
                  <a:pt x="5713190" y="894877"/>
                  <a:pt x="5882796" y="821837"/>
                  <a:pt x="5695406" y="861774"/>
                </a:cubicBezTo>
                <a:cubicBezTo>
                  <a:pt x="5508017" y="901711"/>
                  <a:pt x="5471237" y="827485"/>
                  <a:pt x="5401952" y="861774"/>
                </a:cubicBezTo>
                <a:cubicBezTo>
                  <a:pt x="5332667" y="896063"/>
                  <a:pt x="4900183" y="785241"/>
                  <a:pt x="4701256" y="861774"/>
                </a:cubicBezTo>
                <a:cubicBezTo>
                  <a:pt x="4502329" y="938307"/>
                  <a:pt x="4469834" y="845843"/>
                  <a:pt x="4407801" y="861774"/>
                </a:cubicBezTo>
                <a:cubicBezTo>
                  <a:pt x="4345769" y="877705"/>
                  <a:pt x="4244453" y="851325"/>
                  <a:pt x="4114347" y="861774"/>
                </a:cubicBezTo>
                <a:cubicBezTo>
                  <a:pt x="3984241" y="872223"/>
                  <a:pt x="3618573" y="780643"/>
                  <a:pt x="3311840" y="861774"/>
                </a:cubicBezTo>
                <a:cubicBezTo>
                  <a:pt x="3005107" y="942905"/>
                  <a:pt x="3075707" y="819532"/>
                  <a:pt x="2916575" y="861774"/>
                </a:cubicBezTo>
                <a:cubicBezTo>
                  <a:pt x="2757443" y="904016"/>
                  <a:pt x="2508905" y="817399"/>
                  <a:pt x="2114068" y="861774"/>
                </a:cubicBezTo>
                <a:cubicBezTo>
                  <a:pt x="1719231" y="906149"/>
                  <a:pt x="1684662" y="773381"/>
                  <a:pt x="1311560" y="861774"/>
                </a:cubicBezTo>
                <a:cubicBezTo>
                  <a:pt x="938458" y="950167"/>
                  <a:pt x="1045984" y="818788"/>
                  <a:pt x="916296" y="861774"/>
                </a:cubicBezTo>
                <a:cubicBezTo>
                  <a:pt x="786608" y="904760"/>
                  <a:pt x="225691" y="792383"/>
                  <a:pt x="0" y="861774"/>
                </a:cubicBezTo>
                <a:cubicBezTo>
                  <a:pt x="-50808" y="702661"/>
                  <a:pt x="3873" y="583120"/>
                  <a:pt x="0" y="422269"/>
                </a:cubicBezTo>
                <a:cubicBezTo>
                  <a:pt x="-3873" y="261419"/>
                  <a:pt x="15641" y="90581"/>
                  <a:pt x="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6365470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500" dirty="0">
                <a:latin typeface="Arial" panose="020B0604020202020204" pitchFamily="34" charset="0"/>
                <a:cs typeface="Arial" panose="020B0604020202020204" pitchFamily="34" charset="0"/>
              </a:rPr>
              <a:t>Write down the multiplier that can be used to work out a decrease of :</a:t>
            </a:r>
          </a:p>
          <a:p>
            <a:r>
              <a:rPr lang="en-GB" sz="2500" dirty="0">
                <a:latin typeface="Arial" panose="020B0604020202020204" pitchFamily="34" charset="0"/>
                <a:cs typeface="Arial" panose="020B0604020202020204" pitchFamily="34" charset="0"/>
              </a:rPr>
              <a:t>a) 7%			b) 16%		c) 5.6%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1894AD-D8F7-485F-B151-EB05A7672A80}"/>
              </a:ext>
            </a:extLst>
          </p:cNvPr>
          <p:cNvSpPr txBox="1"/>
          <p:nvPr/>
        </p:nvSpPr>
        <p:spPr>
          <a:xfrm>
            <a:off x="1418063" y="2415461"/>
            <a:ext cx="110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1.64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6FEB4D-DF93-43B4-A4F3-C9B9CBCB8EAD}"/>
              </a:ext>
            </a:extLst>
          </p:cNvPr>
          <p:cNvSpPr txBox="1"/>
          <p:nvPr/>
        </p:nvSpPr>
        <p:spPr>
          <a:xfrm>
            <a:off x="4083204" y="2429400"/>
            <a:ext cx="110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1.03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F6C666-22CB-458E-8D1E-8FB9A4C46AED}"/>
              </a:ext>
            </a:extLst>
          </p:cNvPr>
          <p:cNvSpPr txBox="1"/>
          <p:nvPr/>
        </p:nvSpPr>
        <p:spPr>
          <a:xfrm>
            <a:off x="6807823" y="2415460"/>
            <a:ext cx="110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1.134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2B4C9C-4538-4AE5-A72D-6EAF0C52BFF3}"/>
              </a:ext>
            </a:extLst>
          </p:cNvPr>
          <p:cNvSpPr txBox="1"/>
          <p:nvPr/>
        </p:nvSpPr>
        <p:spPr>
          <a:xfrm>
            <a:off x="1418063" y="4155931"/>
            <a:ext cx="110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0.93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E18AB2-7DC7-44D6-9896-95ACF92B34B6}"/>
              </a:ext>
            </a:extLst>
          </p:cNvPr>
          <p:cNvSpPr txBox="1"/>
          <p:nvPr/>
        </p:nvSpPr>
        <p:spPr>
          <a:xfrm>
            <a:off x="4083204" y="4169870"/>
            <a:ext cx="110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0.84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5717EC-F3ED-4827-9DA8-6FDD42AB6A7C}"/>
              </a:ext>
            </a:extLst>
          </p:cNvPr>
          <p:cNvSpPr txBox="1"/>
          <p:nvPr/>
        </p:nvSpPr>
        <p:spPr>
          <a:xfrm>
            <a:off x="6807823" y="4155930"/>
            <a:ext cx="110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0.944</a:t>
            </a:r>
          </a:p>
        </p:txBody>
      </p:sp>
      <p:pic>
        <p:nvPicPr>
          <p:cNvPr id="3073" name="DefaultOcx">
            <a:extLst>
              <a:ext uri="{FF2B5EF4-FFF2-40B4-BE49-F238E27FC236}">
                <a16:creationId xmlns:a16="http://schemas.microsoft.com/office/drawing/2014/main" id="{52AE12D1-9AB9-16C0-50A0-B05CC3DED955}"/>
              </a:ext>
            </a:extLst>
          </p:cNvPr>
          <p:cNvPicPr preferRelativeResize="0">
            <a:picLocks noChangeArrowheads="1" noChangeShapeType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9413" cy="2286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HTMLText1">
            <a:extLst>
              <a:ext uri="{FF2B5EF4-FFF2-40B4-BE49-F238E27FC236}">
                <a16:creationId xmlns:a16="http://schemas.microsoft.com/office/drawing/2014/main" id="{EEE85C47-AA03-EA0B-246B-8193984ADD6E}"/>
              </a:ext>
            </a:extLst>
          </p:cNvPr>
          <p:cNvPicPr preferRelativeResize="0">
            <a:picLocks noChangeArrowheads="1" noChangeShapeType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9413" cy="2286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HTMLText2">
            <a:extLst>
              <a:ext uri="{FF2B5EF4-FFF2-40B4-BE49-F238E27FC236}">
                <a16:creationId xmlns:a16="http://schemas.microsoft.com/office/drawing/2014/main" id="{440ED8F8-2B86-2F1F-F1F7-2134E52845CD}"/>
              </a:ext>
            </a:extLst>
          </p:cNvPr>
          <p:cNvPicPr preferRelativeResize="0">
            <a:picLocks noChangeArrowheads="1" noChangeShapeType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9413" cy="2286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HTMLText3">
            <a:extLst>
              <a:ext uri="{FF2B5EF4-FFF2-40B4-BE49-F238E27FC236}">
                <a16:creationId xmlns:a16="http://schemas.microsoft.com/office/drawing/2014/main" id="{7F45D331-21CF-2519-05EC-BCC2C80F7E5C}"/>
              </a:ext>
            </a:extLst>
          </p:cNvPr>
          <p:cNvPicPr preferRelativeResize="0">
            <a:picLocks noChangeArrowheads="1" noChangeShapeType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9413" cy="2286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HTMLText4">
            <a:extLst>
              <a:ext uri="{FF2B5EF4-FFF2-40B4-BE49-F238E27FC236}">
                <a16:creationId xmlns:a16="http://schemas.microsoft.com/office/drawing/2014/main" id="{B7EA6ECA-A434-F744-3AFE-557DDCFFADCD}"/>
              </a:ext>
            </a:extLst>
          </p:cNvPr>
          <p:cNvPicPr preferRelativeResize="0">
            <a:picLocks noChangeArrowheads="1" noChangeShapeType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9413" cy="2286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HTMLText5">
            <a:extLst>
              <a:ext uri="{FF2B5EF4-FFF2-40B4-BE49-F238E27FC236}">
                <a16:creationId xmlns:a16="http://schemas.microsoft.com/office/drawing/2014/main" id="{954A41A9-A8D6-69DC-EE5C-24D0ABB8A0A4}"/>
              </a:ext>
            </a:extLst>
          </p:cNvPr>
          <p:cNvPicPr preferRelativeResize="0">
            <a:picLocks noChangeArrowheads="1" noChangeShapeType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9413" cy="2286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HTMLText6">
            <a:extLst>
              <a:ext uri="{FF2B5EF4-FFF2-40B4-BE49-F238E27FC236}">
                <a16:creationId xmlns:a16="http://schemas.microsoft.com/office/drawing/2014/main" id="{D8B4D633-1D9F-98E4-F05F-166EB0D87779}"/>
              </a:ext>
            </a:extLst>
          </p:cNvPr>
          <p:cNvPicPr preferRelativeResize="0">
            <a:picLocks noChangeArrowheads="1" noChangeShapeType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9413" cy="2286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HTMLText7">
            <a:extLst>
              <a:ext uri="{FF2B5EF4-FFF2-40B4-BE49-F238E27FC236}">
                <a16:creationId xmlns:a16="http://schemas.microsoft.com/office/drawing/2014/main" id="{CC3566C2-BC7B-7290-5E9C-0F419AD15DFC}"/>
              </a:ext>
            </a:extLst>
          </p:cNvPr>
          <p:cNvPicPr preferRelativeResize="0">
            <a:picLocks noChangeArrowheads="1" noChangeShapeType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9413" cy="2286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HTMLText8">
            <a:extLst>
              <a:ext uri="{FF2B5EF4-FFF2-40B4-BE49-F238E27FC236}">
                <a16:creationId xmlns:a16="http://schemas.microsoft.com/office/drawing/2014/main" id="{C8A0438B-828C-3169-22EF-88DAAEBAAA94}"/>
              </a:ext>
            </a:extLst>
          </p:cNvPr>
          <p:cNvPicPr preferRelativeResize="0">
            <a:picLocks noChangeArrowheads="1" noChangeShapeType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9413" cy="2286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535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2311E5-35C5-428A-BA3A-F333AC719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445" y="1749406"/>
            <a:ext cx="9047248" cy="33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01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BB7A56-2ADE-45FB-904D-FF2D73C80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361" y="221481"/>
            <a:ext cx="4982531" cy="11894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B0E723-74C5-4A55-9DB3-CDB3CBA8F451}"/>
                  </a:ext>
                </a:extLst>
              </p:cNvPr>
              <p:cNvSpPr txBox="1"/>
              <p:nvPr/>
            </p:nvSpPr>
            <p:spPr>
              <a:xfrm>
                <a:off x="5050470" y="221481"/>
                <a:ext cx="3925229" cy="1251433"/>
              </a:xfrm>
              <a:custGeom>
                <a:avLst/>
                <a:gdLst>
                  <a:gd name="csX0" fmla="*/ 0 w 3925229"/>
                  <a:gd name="csY0" fmla="*/ 0 h 1251433"/>
                  <a:gd name="csX1" fmla="*/ 560747 w 3925229"/>
                  <a:gd name="csY1" fmla="*/ 0 h 1251433"/>
                  <a:gd name="csX2" fmla="*/ 1199999 w 3925229"/>
                  <a:gd name="csY2" fmla="*/ 0 h 1251433"/>
                  <a:gd name="csX3" fmla="*/ 1839250 w 3925229"/>
                  <a:gd name="csY3" fmla="*/ 0 h 1251433"/>
                  <a:gd name="csX4" fmla="*/ 2282240 w 3925229"/>
                  <a:gd name="csY4" fmla="*/ 0 h 1251433"/>
                  <a:gd name="csX5" fmla="*/ 2803735 w 3925229"/>
                  <a:gd name="csY5" fmla="*/ 0 h 1251433"/>
                  <a:gd name="csX6" fmla="*/ 3403734 w 3925229"/>
                  <a:gd name="csY6" fmla="*/ 0 h 1251433"/>
                  <a:gd name="csX7" fmla="*/ 3925229 w 3925229"/>
                  <a:gd name="csY7" fmla="*/ 0 h 1251433"/>
                  <a:gd name="csX8" fmla="*/ 3925229 w 3925229"/>
                  <a:gd name="csY8" fmla="*/ 429659 h 1251433"/>
                  <a:gd name="csX9" fmla="*/ 3925229 w 3925229"/>
                  <a:gd name="csY9" fmla="*/ 834289 h 1251433"/>
                  <a:gd name="csX10" fmla="*/ 3925229 w 3925229"/>
                  <a:gd name="csY10" fmla="*/ 1251433 h 1251433"/>
                  <a:gd name="csX11" fmla="*/ 3325230 w 3925229"/>
                  <a:gd name="csY11" fmla="*/ 1251433 h 1251433"/>
                  <a:gd name="csX12" fmla="*/ 2842987 w 3925229"/>
                  <a:gd name="csY12" fmla="*/ 1251433 h 1251433"/>
                  <a:gd name="csX13" fmla="*/ 2360745 w 3925229"/>
                  <a:gd name="csY13" fmla="*/ 1251433 h 1251433"/>
                  <a:gd name="csX14" fmla="*/ 1799998 w 3925229"/>
                  <a:gd name="csY14" fmla="*/ 1251433 h 1251433"/>
                  <a:gd name="csX15" fmla="*/ 1357008 w 3925229"/>
                  <a:gd name="csY15" fmla="*/ 1251433 h 1251433"/>
                  <a:gd name="csX16" fmla="*/ 874765 w 3925229"/>
                  <a:gd name="csY16" fmla="*/ 1251433 h 1251433"/>
                  <a:gd name="csX17" fmla="*/ 0 w 3925229"/>
                  <a:gd name="csY17" fmla="*/ 1251433 h 1251433"/>
                  <a:gd name="csX18" fmla="*/ 0 w 3925229"/>
                  <a:gd name="csY18" fmla="*/ 871832 h 1251433"/>
                  <a:gd name="csX19" fmla="*/ 0 w 3925229"/>
                  <a:gd name="csY19" fmla="*/ 492230 h 1251433"/>
                  <a:gd name="csX20" fmla="*/ 0 w 3925229"/>
                  <a:gd name="csY20" fmla="*/ 0 h 12514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5229" h="1251433" extrusionOk="0">
                    <a:moveTo>
                      <a:pt x="0" y="0"/>
                    </a:moveTo>
                    <a:cubicBezTo>
                      <a:pt x="169485" y="-33638"/>
                      <a:pt x="344690" y="41608"/>
                      <a:pt x="560747" y="0"/>
                    </a:cubicBezTo>
                    <a:cubicBezTo>
                      <a:pt x="776804" y="-41608"/>
                      <a:pt x="943651" y="31755"/>
                      <a:pt x="1199999" y="0"/>
                    </a:cubicBezTo>
                    <a:cubicBezTo>
                      <a:pt x="1456347" y="-31755"/>
                      <a:pt x="1536426" y="56200"/>
                      <a:pt x="1839250" y="0"/>
                    </a:cubicBezTo>
                    <a:cubicBezTo>
                      <a:pt x="2142074" y="-56200"/>
                      <a:pt x="2166959" y="50274"/>
                      <a:pt x="2282240" y="0"/>
                    </a:cubicBezTo>
                    <a:cubicBezTo>
                      <a:pt x="2397521" y="-50274"/>
                      <a:pt x="2646854" y="48237"/>
                      <a:pt x="2803735" y="0"/>
                    </a:cubicBezTo>
                    <a:cubicBezTo>
                      <a:pt x="2960616" y="-48237"/>
                      <a:pt x="3148670" y="28654"/>
                      <a:pt x="3403734" y="0"/>
                    </a:cubicBezTo>
                    <a:cubicBezTo>
                      <a:pt x="3658798" y="-28654"/>
                      <a:pt x="3729802" y="58587"/>
                      <a:pt x="3925229" y="0"/>
                    </a:cubicBezTo>
                    <a:cubicBezTo>
                      <a:pt x="3966320" y="114626"/>
                      <a:pt x="3913195" y="239101"/>
                      <a:pt x="3925229" y="429659"/>
                    </a:cubicBezTo>
                    <a:cubicBezTo>
                      <a:pt x="3937263" y="620217"/>
                      <a:pt x="3893887" y="657098"/>
                      <a:pt x="3925229" y="834289"/>
                    </a:cubicBezTo>
                    <a:cubicBezTo>
                      <a:pt x="3956571" y="1011480"/>
                      <a:pt x="3897528" y="1103497"/>
                      <a:pt x="3925229" y="1251433"/>
                    </a:cubicBezTo>
                    <a:cubicBezTo>
                      <a:pt x="3675024" y="1280620"/>
                      <a:pt x="3610997" y="1209561"/>
                      <a:pt x="3325230" y="1251433"/>
                    </a:cubicBezTo>
                    <a:cubicBezTo>
                      <a:pt x="3039463" y="1293305"/>
                      <a:pt x="2972912" y="1203988"/>
                      <a:pt x="2842987" y="1251433"/>
                    </a:cubicBezTo>
                    <a:cubicBezTo>
                      <a:pt x="2713062" y="1298878"/>
                      <a:pt x="2540300" y="1203158"/>
                      <a:pt x="2360745" y="1251433"/>
                    </a:cubicBezTo>
                    <a:cubicBezTo>
                      <a:pt x="2181190" y="1299708"/>
                      <a:pt x="2066449" y="1215650"/>
                      <a:pt x="1799998" y="1251433"/>
                    </a:cubicBezTo>
                    <a:cubicBezTo>
                      <a:pt x="1533547" y="1287216"/>
                      <a:pt x="1457189" y="1233185"/>
                      <a:pt x="1357008" y="1251433"/>
                    </a:cubicBezTo>
                    <a:cubicBezTo>
                      <a:pt x="1256827" y="1269681"/>
                      <a:pt x="1114710" y="1225469"/>
                      <a:pt x="874765" y="1251433"/>
                    </a:cubicBezTo>
                    <a:cubicBezTo>
                      <a:pt x="634820" y="1277397"/>
                      <a:pt x="420013" y="1195725"/>
                      <a:pt x="0" y="1251433"/>
                    </a:cubicBezTo>
                    <a:cubicBezTo>
                      <a:pt x="-12608" y="1068150"/>
                      <a:pt x="45108" y="997234"/>
                      <a:pt x="0" y="871832"/>
                    </a:cubicBezTo>
                    <a:cubicBezTo>
                      <a:pt x="-45108" y="746430"/>
                      <a:pt x="37777" y="595151"/>
                      <a:pt x="0" y="492230"/>
                    </a:cubicBezTo>
                    <a:cubicBezTo>
                      <a:pt x="-37777" y="389309"/>
                      <a:pt x="26541" y="118324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36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36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difference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36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original</m:t>
                          </m:r>
                        </m:den>
                      </m:f>
                      <m:r>
                        <m:rPr>
                          <m:nor/>
                        </m:rPr>
                        <a:rPr lang="en-GB" sz="36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×100</m:t>
                      </m:r>
                    </m:oMath>
                  </m:oMathPara>
                </a14:m>
                <a:endParaRPr lang="en-GB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B0E723-74C5-4A55-9DB3-CDB3CBA8F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470" y="221481"/>
                <a:ext cx="3925229" cy="12514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3925229"/>
                          <a:gd name="connsiteY0" fmla="*/ 0 h 1251433"/>
                          <a:gd name="connsiteX1" fmla="*/ 560747 w 3925229"/>
                          <a:gd name="connsiteY1" fmla="*/ 0 h 1251433"/>
                          <a:gd name="connsiteX2" fmla="*/ 1199999 w 3925229"/>
                          <a:gd name="connsiteY2" fmla="*/ 0 h 1251433"/>
                          <a:gd name="connsiteX3" fmla="*/ 1839250 w 3925229"/>
                          <a:gd name="connsiteY3" fmla="*/ 0 h 1251433"/>
                          <a:gd name="connsiteX4" fmla="*/ 2282240 w 3925229"/>
                          <a:gd name="connsiteY4" fmla="*/ 0 h 1251433"/>
                          <a:gd name="connsiteX5" fmla="*/ 2803735 w 3925229"/>
                          <a:gd name="connsiteY5" fmla="*/ 0 h 1251433"/>
                          <a:gd name="connsiteX6" fmla="*/ 3403734 w 3925229"/>
                          <a:gd name="connsiteY6" fmla="*/ 0 h 1251433"/>
                          <a:gd name="connsiteX7" fmla="*/ 3925229 w 3925229"/>
                          <a:gd name="connsiteY7" fmla="*/ 0 h 1251433"/>
                          <a:gd name="connsiteX8" fmla="*/ 3925229 w 3925229"/>
                          <a:gd name="connsiteY8" fmla="*/ 429659 h 1251433"/>
                          <a:gd name="connsiteX9" fmla="*/ 3925229 w 3925229"/>
                          <a:gd name="connsiteY9" fmla="*/ 834289 h 1251433"/>
                          <a:gd name="connsiteX10" fmla="*/ 3925229 w 3925229"/>
                          <a:gd name="connsiteY10" fmla="*/ 1251433 h 1251433"/>
                          <a:gd name="connsiteX11" fmla="*/ 3325230 w 3925229"/>
                          <a:gd name="connsiteY11" fmla="*/ 1251433 h 1251433"/>
                          <a:gd name="connsiteX12" fmla="*/ 2842987 w 3925229"/>
                          <a:gd name="connsiteY12" fmla="*/ 1251433 h 1251433"/>
                          <a:gd name="connsiteX13" fmla="*/ 2360745 w 3925229"/>
                          <a:gd name="connsiteY13" fmla="*/ 1251433 h 1251433"/>
                          <a:gd name="connsiteX14" fmla="*/ 1799998 w 3925229"/>
                          <a:gd name="connsiteY14" fmla="*/ 1251433 h 1251433"/>
                          <a:gd name="connsiteX15" fmla="*/ 1357008 w 3925229"/>
                          <a:gd name="connsiteY15" fmla="*/ 1251433 h 1251433"/>
                          <a:gd name="connsiteX16" fmla="*/ 874765 w 3925229"/>
                          <a:gd name="connsiteY16" fmla="*/ 1251433 h 1251433"/>
                          <a:gd name="connsiteX17" fmla="*/ 0 w 3925229"/>
                          <a:gd name="connsiteY17" fmla="*/ 1251433 h 1251433"/>
                          <a:gd name="connsiteX18" fmla="*/ 0 w 3925229"/>
                          <a:gd name="connsiteY18" fmla="*/ 871832 h 1251433"/>
                          <a:gd name="connsiteX19" fmla="*/ 0 w 3925229"/>
                          <a:gd name="connsiteY19" fmla="*/ 492230 h 1251433"/>
                          <a:gd name="connsiteX20" fmla="*/ 0 w 3925229"/>
                          <a:gd name="connsiteY20" fmla="*/ 0 h 125143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</a:cxnLst>
                        <a:rect l="l" t="t" r="r" b="b"/>
                        <a:pathLst>
                          <a:path w="3925229" h="1251433" extrusionOk="0">
                            <a:moveTo>
                              <a:pt x="0" y="0"/>
                            </a:moveTo>
                            <a:cubicBezTo>
                              <a:pt x="169485" y="-33638"/>
                              <a:pt x="344690" y="41608"/>
                              <a:pt x="560747" y="0"/>
                            </a:cubicBezTo>
                            <a:cubicBezTo>
                              <a:pt x="776804" y="-41608"/>
                              <a:pt x="943651" y="31755"/>
                              <a:pt x="1199999" y="0"/>
                            </a:cubicBezTo>
                            <a:cubicBezTo>
                              <a:pt x="1456347" y="-31755"/>
                              <a:pt x="1536426" y="56200"/>
                              <a:pt x="1839250" y="0"/>
                            </a:cubicBezTo>
                            <a:cubicBezTo>
                              <a:pt x="2142074" y="-56200"/>
                              <a:pt x="2166959" y="50274"/>
                              <a:pt x="2282240" y="0"/>
                            </a:cubicBezTo>
                            <a:cubicBezTo>
                              <a:pt x="2397521" y="-50274"/>
                              <a:pt x="2646854" y="48237"/>
                              <a:pt x="2803735" y="0"/>
                            </a:cubicBezTo>
                            <a:cubicBezTo>
                              <a:pt x="2960616" y="-48237"/>
                              <a:pt x="3148670" y="28654"/>
                              <a:pt x="3403734" y="0"/>
                            </a:cubicBezTo>
                            <a:cubicBezTo>
                              <a:pt x="3658798" y="-28654"/>
                              <a:pt x="3729802" y="58587"/>
                              <a:pt x="3925229" y="0"/>
                            </a:cubicBezTo>
                            <a:cubicBezTo>
                              <a:pt x="3966320" y="114626"/>
                              <a:pt x="3913195" y="239101"/>
                              <a:pt x="3925229" y="429659"/>
                            </a:cubicBezTo>
                            <a:cubicBezTo>
                              <a:pt x="3937263" y="620217"/>
                              <a:pt x="3893887" y="657098"/>
                              <a:pt x="3925229" y="834289"/>
                            </a:cubicBezTo>
                            <a:cubicBezTo>
                              <a:pt x="3956571" y="1011480"/>
                              <a:pt x="3897528" y="1103497"/>
                              <a:pt x="3925229" y="1251433"/>
                            </a:cubicBezTo>
                            <a:cubicBezTo>
                              <a:pt x="3675024" y="1280620"/>
                              <a:pt x="3610997" y="1209561"/>
                              <a:pt x="3325230" y="1251433"/>
                            </a:cubicBezTo>
                            <a:cubicBezTo>
                              <a:pt x="3039463" y="1293305"/>
                              <a:pt x="2972912" y="1203988"/>
                              <a:pt x="2842987" y="1251433"/>
                            </a:cubicBezTo>
                            <a:cubicBezTo>
                              <a:pt x="2713062" y="1298878"/>
                              <a:pt x="2540300" y="1203158"/>
                              <a:pt x="2360745" y="1251433"/>
                            </a:cubicBezTo>
                            <a:cubicBezTo>
                              <a:pt x="2181190" y="1299708"/>
                              <a:pt x="2066449" y="1215650"/>
                              <a:pt x="1799998" y="1251433"/>
                            </a:cubicBezTo>
                            <a:cubicBezTo>
                              <a:pt x="1533547" y="1287216"/>
                              <a:pt x="1457189" y="1233185"/>
                              <a:pt x="1357008" y="1251433"/>
                            </a:cubicBezTo>
                            <a:cubicBezTo>
                              <a:pt x="1256827" y="1269681"/>
                              <a:pt x="1114710" y="1225469"/>
                              <a:pt x="874765" y="1251433"/>
                            </a:cubicBezTo>
                            <a:cubicBezTo>
                              <a:pt x="634820" y="1277397"/>
                              <a:pt x="420013" y="1195725"/>
                              <a:pt x="0" y="1251433"/>
                            </a:cubicBezTo>
                            <a:cubicBezTo>
                              <a:pt x="-12608" y="1068150"/>
                              <a:pt x="45108" y="997234"/>
                              <a:pt x="0" y="871832"/>
                            </a:cubicBezTo>
                            <a:cubicBezTo>
                              <a:pt x="-45108" y="746430"/>
                              <a:pt x="37777" y="595151"/>
                              <a:pt x="0" y="492230"/>
                            </a:cubicBezTo>
                            <a:cubicBezTo>
                              <a:pt x="-37777" y="389309"/>
                              <a:pt x="26541" y="11832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C051BCCB-AE75-4266-9E16-F8F11F31CE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89346" y="0"/>
            <a:ext cx="3202654" cy="18747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312FCC-456E-40BF-977F-1297EEFE1EF7}"/>
              </a:ext>
            </a:extLst>
          </p:cNvPr>
          <p:cNvSpPr txBox="1"/>
          <p:nvPr/>
        </p:nvSpPr>
        <p:spPr>
          <a:xfrm>
            <a:off x="269488" y="1874724"/>
            <a:ext cx="5540297" cy="1246495"/>
          </a:xfrm>
          <a:custGeom>
            <a:avLst/>
            <a:gdLst>
              <a:gd name="csX0" fmla="*/ 0 w 5540297"/>
              <a:gd name="csY0" fmla="*/ 0 h 1246495"/>
              <a:gd name="csX1" fmla="*/ 609433 w 5540297"/>
              <a:gd name="csY1" fmla="*/ 0 h 1246495"/>
              <a:gd name="csX2" fmla="*/ 997253 w 5540297"/>
              <a:gd name="csY2" fmla="*/ 0 h 1246495"/>
              <a:gd name="csX3" fmla="*/ 1385074 w 5540297"/>
              <a:gd name="csY3" fmla="*/ 0 h 1246495"/>
              <a:gd name="csX4" fmla="*/ 1883701 w 5540297"/>
              <a:gd name="csY4" fmla="*/ 0 h 1246495"/>
              <a:gd name="csX5" fmla="*/ 2493134 w 5540297"/>
              <a:gd name="csY5" fmla="*/ 0 h 1246495"/>
              <a:gd name="csX6" fmla="*/ 3157969 w 5540297"/>
              <a:gd name="csY6" fmla="*/ 0 h 1246495"/>
              <a:gd name="csX7" fmla="*/ 3767402 w 5540297"/>
              <a:gd name="csY7" fmla="*/ 0 h 1246495"/>
              <a:gd name="csX8" fmla="*/ 4376835 w 5540297"/>
              <a:gd name="csY8" fmla="*/ 0 h 1246495"/>
              <a:gd name="csX9" fmla="*/ 4986267 w 5540297"/>
              <a:gd name="csY9" fmla="*/ 0 h 1246495"/>
              <a:gd name="csX10" fmla="*/ 5540297 w 5540297"/>
              <a:gd name="csY10" fmla="*/ 0 h 1246495"/>
              <a:gd name="csX11" fmla="*/ 5540297 w 5540297"/>
              <a:gd name="csY11" fmla="*/ 440428 h 1246495"/>
              <a:gd name="csX12" fmla="*/ 5540297 w 5540297"/>
              <a:gd name="csY12" fmla="*/ 868392 h 1246495"/>
              <a:gd name="csX13" fmla="*/ 5540297 w 5540297"/>
              <a:gd name="csY13" fmla="*/ 1246495 h 1246495"/>
              <a:gd name="csX14" fmla="*/ 5041670 w 5540297"/>
              <a:gd name="csY14" fmla="*/ 1246495 h 1246495"/>
              <a:gd name="csX15" fmla="*/ 4543044 w 5540297"/>
              <a:gd name="csY15" fmla="*/ 1246495 h 1246495"/>
              <a:gd name="csX16" fmla="*/ 4044417 w 5540297"/>
              <a:gd name="csY16" fmla="*/ 1246495 h 1246495"/>
              <a:gd name="csX17" fmla="*/ 3656596 w 5540297"/>
              <a:gd name="csY17" fmla="*/ 1246495 h 1246495"/>
              <a:gd name="csX18" fmla="*/ 3047163 w 5540297"/>
              <a:gd name="csY18" fmla="*/ 1246495 h 1246495"/>
              <a:gd name="csX19" fmla="*/ 2548537 w 5540297"/>
              <a:gd name="csY19" fmla="*/ 1246495 h 1246495"/>
              <a:gd name="csX20" fmla="*/ 2160716 w 5540297"/>
              <a:gd name="csY20" fmla="*/ 1246495 h 1246495"/>
              <a:gd name="csX21" fmla="*/ 1606686 w 5540297"/>
              <a:gd name="csY21" fmla="*/ 1246495 h 1246495"/>
              <a:gd name="csX22" fmla="*/ 1052656 w 5540297"/>
              <a:gd name="csY22" fmla="*/ 1246495 h 1246495"/>
              <a:gd name="csX23" fmla="*/ 0 w 5540297"/>
              <a:gd name="csY23" fmla="*/ 1246495 h 1246495"/>
              <a:gd name="csX24" fmla="*/ 0 w 5540297"/>
              <a:gd name="csY24" fmla="*/ 843462 h 1246495"/>
              <a:gd name="csX25" fmla="*/ 0 w 5540297"/>
              <a:gd name="csY25" fmla="*/ 465358 h 1246495"/>
              <a:gd name="csX26" fmla="*/ 0 w 5540297"/>
              <a:gd name="csY26" fmla="*/ 0 h 1246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540297" h="1246495" fill="none" extrusionOk="0">
                <a:moveTo>
                  <a:pt x="0" y="0"/>
                </a:moveTo>
                <a:cubicBezTo>
                  <a:pt x="255197" y="-36906"/>
                  <a:pt x="367362" y="67494"/>
                  <a:pt x="609433" y="0"/>
                </a:cubicBezTo>
                <a:cubicBezTo>
                  <a:pt x="851504" y="-67494"/>
                  <a:pt x="813835" y="27865"/>
                  <a:pt x="997253" y="0"/>
                </a:cubicBezTo>
                <a:cubicBezTo>
                  <a:pt x="1180671" y="-27865"/>
                  <a:pt x="1269497" y="37705"/>
                  <a:pt x="1385074" y="0"/>
                </a:cubicBezTo>
                <a:cubicBezTo>
                  <a:pt x="1500651" y="-37705"/>
                  <a:pt x="1675841" y="45071"/>
                  <a:pt x="1883701" y="0"/>
                </a:cubicBezTo>
                <a:cubicBezTo>
                  <a:pt x="2091561" y="-45071"/>
                  <a:pt x="2240002" y="41574"/>
                  <a:pt x="2493134" y="0"/>
                </a:cubicBezTo>
                <a:cubicBezTo>
                  <a:pt x="2746266" y="-41574"/>
                  <a:pt x="2935533" y="14151"/>
                  <a:pt x="3157969" y="0"/>
                </a:cubicBezTo>
                <a:cubicBezTo>
                  <a:pt x="3380405" y="-14151"/>
                  <a:pt x="3518267" y="35975"/>
                  <a:pt x="3767402" y="0"/>
                </a:cubicBezTo>
                <a:cubicBezTo>
                  <a:pt x="4016537" y="-35975"/>
                  <a:pt x="4229388" y="71748"/>
                  <a:pt x="4376835" y="0"/>
                </a:cubicBezTo>
                <a:cubicBezTo>
                  <a:pt x="4524282" y="-71748"/>
                  <a:pt x="4737984" y="53709"/>
                  <a:pt x="4986267" y="0"/>
                </a:cubicBezTo>
                <a:cubicBezTo>
                  <a:pt x="5234550" y="-53709"/>
                  <a:pt x="5352065" y="30105"/>
                  <a:pt x="5540297" y="0"/>
                </a:cubicBezTo>
                <a:cubicBezTo>
                  <a:pt x="5561898" y="171066"/>
                  <a:pt x="5500741" y="284297"/>
                  <a:pt x="5540297" y="440428"/>
                </a:cubicBezTo>
                <a:cubicBezTo>
                  <a:pt x="5579853" y="596559"/>
                  <a:pt x="5525824" y="681779"/>
                  <a:pt x="5540297" y="868392"/>
                </a:cubicBezTo>
                <a:cubicBezTo>
                  <a:pt x="5554770" y="1055005"/>
                  <a:pt x="5510989" y="1113488"/>
                  <a:pt x="5540297" y="1246495"/>
                </a:cubicBezTo>
                <a:cubicBezTo>
                  <a:pt x="5416145" y="1292703"/>
                  <a:pt x="5216631" y="1240090"/>
                  <a:pt x="5041670" y="1246495"/>
                </a:cubicBezTo>
                <a:cubicBezTo>
                  <a:pt x="4866709" y="1252900"/>
                  <a:pt x="4719599" y="1212974"/>
                  <a:pt x="4543044" y="1246495"/>
                </a:cubicBezTo>
                <a:cubicBezTo>
                  <a:pt x="4366489" y="1280016"/>
                  <a:pt x="4277341" y="1222487"/>
                  <a:pt x="4044417" y="1246495"/>
                </a:cubicBezTo>
                <a:cubicBezTo>
                  <a:pt x="3811493" y="1270503"/>
                  <a:pt x="3826606" y="1211842"/>
                  <a:pt x="3656596" y="1246495"/>
                </a:cubicBezTo>
                <a:cubicBezTo>
                  <a:pt x="3486586" y="1281148"/>
                  <a:pt x="3214679" y="1213636"/>
                  <a:pt x="3047163" y="1246495"/>
                </a:cubicBezTo>
                <a:cubicBezTo>
                  <a:pt x="2879647" y="1279354"/>
                  <a:pt x="2705529" y="1204626"/>
                  <a:pt x="2548537" y="1246495"/>
                </a:cubicBezTo>
                <a:cubicBezTo>
                  <a:pt x="2391545" y="1288364"/>
                  <a:pt x="2304298" y="1233438"/>
                  <a:pt x="2160716" y="1246495"/>
                </a:cubicBezTo>
                <a:cubicBezTo>
                  <a:pt x="2017134" y="1259552"/>
                  <a:pt x="1867654" y="1198551"/>
                  <a:pt x="1606686" y="1246495"/>
                </a:cubicBezTo>
                <a:cubicBezTo>
                  <a:pt x="1345718" y="1294439"/>
                  <a:pt x="1208069" y="1205206"/>
                  <a:pt x="1052656" y="1246495"/>
                </a:cubicBezTo>
                <a:cubicBezTo>
                  <a:pt x="897243" y="1287784"/>
                  <a:pt x="411989" y="1195173"/>
                  <a:pt x="0" y="1246495"/>
                </a:cubicBezTo>
                <a:cubicBezTo>
                  <a:pt x="-30550" y="1100617"/>
                  <a:pt x="44317" y="1041285"/>
                  <a:pt x="0" y="843462"/>
                </a:cubicBezTo>
                <a:cubicBezTo>
                  <a:pt x="-44317" y="645639"/>
                  <a:pt x="15489" y="630117"/>
                  <a:pt x="0" y="465358"/>
                </a:cubicBezTo>
                <a:cubicBezTo>
                  <a:pt x="-15489" y="300599"/>
                  <a:pt x="34687" y="186084"/>
                  <a:pt x="0" y="0"/>
                </a:cubicBezTo>
                <a:close/>
              </a:path>
              <a:path w="5540297" h="1246495" stroke="0" extrusionOk="0">
                <a:moveTo>
                  <a:pt x="0" y="0"/>
                </a:moveTo>
                <a:cubicBezTo>
                  <a:pt x="194770" y="-52680"/>
                  <a:pt x="334218" y="38960"/>
                  <a:pt x="554030" y="0"/>
                </a:cubicBezTo>
                <a:cubicBezTo>
                  <a:pt x="773842" y="-38960"/>
                  <a:pt x="841967" y="34828"/>
                  <a:pt x="1108059" y="0"/>
                </a:cubicBezTo>
                <a:cubicBezTo>
                  <a:pt x="1374151" y="-34828"/>
                  <a:pt x="1636252" y="78158"/>
                  <a:pt x="1772895" y="0"/>
                </a:cubicBezTo>
                <a:cubicBezTo>
                  <a:pt x="1909538" y="-78158"/>
                  <a:pt x="2089160" y="26850"/>
                  <a:pt x="2216119" y="0"/>
                </a:cubicBezTo>
                <a:cubicBezTo>
                  <a:pt x="2343078" y="-26850"/>
                  <a:pt x="2586355" y="71858"/>
                  <a:pt x="2825551" y="0"/>
                </a:cubicBezTo>
                <a:cubicBezTo>
                  <a:pt x="3064747" y="-71858"/>
                  <a:pt x="3107920" y="16877"/>
                  <a:pt x="3268775" y="0"/>
                </a:cubicBezTo>
                <a:cubicBezTo>
                  <a:pt x="3429630" y="-16877"/>
                  <a:pt x="3557871" y="12329"/>
                  <a:pt x="3822805" y="0"/>
                </a:cubicBezTo>
                <a:cubicBezTo>
                  <a:pt x="4087739" y="-12329"/>
                  <a:pt x="4119784" y="22227"/>
                  <a:pt x="4210626" y="0"/>
                </a:cubicBezTo>
                <a:cubicBezTo>
                  <a:pt x="4301468" y="-22227"/>
                  <a:pt x="4413125" y="41400"/>
                  <a:pt x="4598447" y="0"/>
                </a:cubicBezTo>
                <a:cubicBezTo>
                  <a:pt x="4783769" y="-41400"/>
                  <a:pt x="5093789" y="98536"/>
                  <a:pt x="5540297" y="0"/>
                </a:cubicBezTo>
                <a:cubicBezTo>
                  <a:pt x="5569532" y="144058"/>
                  <a:pt x="5522787" y="212821"/>
                  <a:pt x="5540297" y="378103"/>
                </a:cubicBezTo>
                <a:cubicBezTo>
                  <a:pt x="5557807" y="543385"/>
                  <a:pt x="5504701" y="727063"/>
                  <a:pt x="5540297" y="818532"/>
                </a:cubicBezTo>
                <a:cubicBezTo>
                  <a:pt x="5575893" y="910001"/>
                  <a:pt x="5508468" y="1111759"/>
                  <a:pt x="5540297" y="1246495"/>
                </a:cubicBezTo>
                <a:cubicBezTo>
                  <a:pt x="5381596" y="1310966"/>
                  <a:pt x="5237768" y="1239601"/>
                  <a:pt x="4986267" y="1246495"/>
                </a:cubicBezTo>
                <a:cubicBezTo>
                  <a:pt x="4734766" y="1253389"/>
                  <a:pt x="4701252" y="1225484"/>
                  <a:pt x="4598447" y="1246495"/>
                </a:cubicBezTo>
                <a:cubicBezTo>
                  <a:pt x="4495642" y="1267506"/>
                  <a:pt x="4184859" y="1200272"/>
                  <a:pt x="3989014" y="1246495"/>
                </a:cubicBezTo>
                <a:cubicBezTo>
                  <a:pt x="3793169" y="1292718"/>
                  <a:pt x="3643957" y="1245881"/>
                  <a:pt x="3434984" y="1246495"/>
                </a:cubicBezTo>
                <a:cubicBezTo>
                  <a:pt x="3226011" y="1247109"/>
                  <a:pt x="3042137" y="1215538"/>
                  <a:pt x="2936357" y="1246495"/>
                </a:cubicBezTo>
                <a:cubicBezTo>
                  <a:pt x="2830577" y="1277452"/>
                  <a:pt x="2652146" y="1237460"/>
                  <a:pt x="2437731" y="1246495"/>
                </a:cubicBezTo>
                <a:cubicBezTo>
                  <a:pt x="2223316" y="1255530"/>
                  <a:pt x="2213124" y="1202260"/>
                  <a:pt x="1994507" y="1246495"/>
                </a:cubicBezTo>
                <a:cubicBezTo>
                  <a:pt x="1775890" y="1290730"/>
                  <a:pt x="1547139" y="1204478"/>
                  <a:pt x="1329671" y="1246495"/>
                </a:cubicBezTo>
                <a:cubicBezTo>
                  <a:pt x="1112203" y="1288512"/>
                  <a:pt x="886511" y="1180845"/>
                  <a:pt x="664836" y="1246495"/>
                </a:cubicBezTo>
                <a:cubicBezTo>
                  <a:pt x="443161" y="1312145"/>
                  <a:pt x="150095" y="1230257"/>
                  <a:pt x="0" y="1246495"/>
                </a:cubicBezTo>
                <a:cubicBezTo>
                  <a:pt x="-10947" y="1124675"/>
                  <a:pt x="38142" y="990865"/>
                  <a:pt x="0" y="855927"/>
                </a:cubicBezTo>
                <a:cubicBezTo>
                  <a:pt x="-38142" y="720989"/>
                  <a:pt x="11084" y="562823"/>
                  <a:pt x="0" y="427963"/>
                </a:cubicBezTo>
                <a:cubicBezTo>
                  <a:pt x="-11084" y="293103"/>
                  <a:pt x="4055" y="118180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6365470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500" dirty="0">
                <a:latin typeface="Arial" panose="020B0604020202020204" pitchFamily="34" charset="0"/>
                <a:cs typeface="Arial" panose="020B0604020202020204" pitchFamily="34" charset="0"/>
              </a:rPr>
              <a:t>Kate bought a car for £8000. One year later she sold it for £6000.</a:t>
            </a:r>
            <a:br>
              <a:rPr lang="en-GB" sz="2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500" dirty="0">
                <a:latin typeface="Arial" panose="020B0604020202020204" pitchFamily="34" charset="0"/>
                <a:cs typeface="Arial" panose="020B0604020202020204" pitchFamily="34" charset="0"/>
              </a:rPr>
              <a:t>Work out her percentage loss.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056C73-F700-4CB5-BB1E-0C4FB5DB3B83}"/>
              </a:ext>
            </a:extLst>
          </p:cNvPr>
          <p:cNvSpPr txBox="1"/>
          <p:nvPr/>
        </p:nvSpPr>
        <p:spPr>
          <a:xfrm>
            <a:off x="673099" y="3429000"/>
            <a:ext cx="4651091" cy="430887"/>
          </a:xfrm>
          <a:custGeom>
            <a:avLst/>
            <a:gdLst>
              <a:gd name="csX0" fmla="*/ 0 w 4651091"/>
              <a:gd name="csY0" fmla="*/ 0 h 430887"/>
              <a:gd name="csX1" fmla="*/ 581386 w 4651091"/>
              <a:gd name="csY1" fmla="*/ 0 h 430887"/>
              <a:gd name="csX2" fmla="*/ 1255795 w 4651091"/>
              <a:gd name="csY2" fmla="*/ 0 h 430887"/>
              <a:gd name="csX3" fmla="*/ 1930203 w 4651091"/>
              <a:gd name="csY3" fmla="*/ 0 h 430887"/>
              <a:gd name="csX4" fmla="*/ 2372056 w 4651091"/>
              <a:gd name="csY4" fmla="*/ 0 h 430887"/>
              <a:gd name="csX5" fmla="*/ 2906932 w 4651091"/>
              <a:gd name="csY5" fmla="*/ 0 h 430887"/>
              <a:gd name="csX6" fmla="*/ 3534829 w 4651091"/>
              <a:gd name="csY6" fmla="*/ 0 h 430887"/>
              <a:gd name="csX7" fmla="*/ 3976683 w 4651091"/>
              <a:gd name="csY7" fmla="*/ 0 h 430887"/>
              <a:gd name="csX8" fmla="*/ 4651091 w 4651091"/>
              <a:gd name="csY8" fmla="*/ 0 h 430887"/>
              <a:gd name="csX9" fmla="*/ 4651091 w 4651091"/>
              <a:gd name="csY9" fmla="*/ 430887 h 430887"/>
              <a:gd name="csX10" fmla="*/ 3976683 w 4651091"/>
              <a:gd name="csY10" fmla="*/ 430887 h 430887"/>
              <a:gd name="csX11" fmla="*/ 3395296 w 4651091"/>
              <a:gd name="csY11" fmla="*/ 430887 h 430887"/>
              <a:gd name="csX12" fmla="*/ 2906932 w 4651091"/>
              <a:gd name="csY12" fmla="*/ 430887 h 430887"/>
              <a:gd name="csX13" fmla="*/ 2418567 w 4651091"/>
              <a:gd name="csY13" fmla="*/ 430887 h 430887"/>
              <a:gd name="csX14" fmla="*/ 1837181 w 4651091"/>
              <a:gd name="csY14" fmla="*/ 430887 h 430887"/>
              <a:gd name="csX15" fmla="*/ 1395327 w 4651091"/>
              <a:gd name="csY15" fmla="*/ 430887 h 430887"/>
              <a:gd name="csX16" fmla="*/ 906963 w 4651091"/>
              <a:gd name="csY16" fmla="*/ 430887 h 430887"/>
              <a:gd name="csX17" fmla="*/ 0 w 4651091"/>
              <a:gd name="csY17" fmla="*/ 430887 h 430887"/>
              <a:gd name="csX18" fmla="*/ 0 w 4651091"/>
              <a:gd name="csY1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651091" h="430887" extrusionOk="0">
                <a:moveTo>
                  <a:pt x="0" y="0"/>
                </a:moveTo>
                <a:cubicBezTo>
                  <a:pt x="207276" y="-40396"/>
                  <a:pt x="418230" y="12551"/>
                  <a:pt x="581386" y="0"/>
                </a:cubicBezTo>
                <a:cubicBezTo>
                  <a:pt x="744542" y="-12551"/>
                  <a:pt x="1069699" y="8989"/>
                  <a:pt x="1255795" y="0"/>
                </a:cubicBezTo>
                <a:cubicBezTo>
                  <a:pt x="1441891" y="-8989"/>
                  <a:pt x="1714457" y="77113"/>
                  <a:pt x="1930203" y="0"/>
                </a:cubicBezTo>
                <a:cubicBezTo>
                  <a:pt x="2145949" y="-77113"/>
                  <a:pt x="2216777" y="14040"/>
                  <a:pt x="2372056" y="0"/>
                </a:cubicBezTo>
                <a:cubicBezTo>
                  <a:pt x="2527335" y="-14040"/>
                  <a:pt x="2639584" y="56753"/>
                  <a:pt x="2906932" y="0"/>
                </a:cubicBezTo>
                <a:cubicBezTo>
                  <a:pt x="3174280" y="-56753"/>
                  <a:pt x="3317012" y="1159"/>
                  <a:pt x="3534829" y="0"/>
                </a:cubicBezTo>
                <a:cubicBezTo>
                  <a:pt x="3752646" y="-1159"/>
                  <a:pt x="3874152" y="14134"/>
                  <a:pt x="3976683" y="0"/>
                </a:cubicBezTo>
                <a:cubicBezTo>
                  <a:pt x="4079214" y="-14134"/>
                  <a:pt x="4394799" y="29056"/>
                  <a:pt x="4651091" y="0"/>
                </a:cubicBezTo>
                <a:cubicBezTo>
                  <a:pt x="4685721" y="108207"/>
                  <a:pt x="4629090" y="320626"/>
                  <a:pt x="4651091" y="430887"/>
                </a:cubicBezTo>
                <a:cubicBezTo>
                  <a:pt x="4357318" y="510357"/>
                  <a:pt x="4200715" y="373911"/>
                  <a:pt x="3976683" y="430887"/>
                </a:cubicBezTo>
                <a:cubicBezTo>
                  <a:pt x="3752651" y="487863"/>
                  <a:pt x="3627342" y="381935"/>
                  <a:pt x="3395296" y="430887"/>
                </a:cubicBezTo>
                <a:cubicBezTo>
                  <a:pt x="3163250" y="479839"/>
                  <a:pt x="3132328" y="385611"/>
                  <a:pt x="2906932" y="430887"/>
                </a:cubicBezTo>
                <a:cubicBezTo>
                  <a:pt x="2681536" y="476163"/>
                  <a:pt x="2560404" y="374968"/>
                  <a:pt x="2418567" y="430887"/>
                </a:cubicBezTo>
                <a:cubicBezTo>
                  <a:pt x="2276730" y="486806"/>
                  <a:pt x="2091571" y="364604"/>
                  <a:pt x="1837181" y="430887"/>
                </a:cubicBezTo>
                <a:cubicBezTo>
                  <a:pt x="1582791" y="497170"/>
                  <a:pt x="1582829" y="391863"/>
                  <a:pt x="1395327" y="430887"/>
                </a:cubicBezTo>
                <a:cubicBezTo>
                  <a:pt x="1207825" y="469911"/>
                  <a:pt x="1025413" y="413086"/>
                  <a:pt x="906963" y="430887"/>
                </a:cubicBezTo>
                <a:cubicBezTo>
                  <a:pt x="788513" y="448688"/>
                  <a:pt x="442601" y="370113"/>
                  <a:pt x="0" y="430887"/>
                </a:cubicBezTo>
                <a:cubicBezTo>
                  <a:pt x="-42622" y="218628"/>
                  <a:pt x="15076" y="116367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Difference: £8000 - £6000 = £2000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288C66-B4B2-4A60-9FF3-391AD51E02D3}"/>
                  </a:ext>
                </a:extLst>
              </p:cNvPr>
              <p:cNvSpPr txBox="1"/>
              <p:nvPr/>
            </p:nvSpPr>
            <p:spPr>
              <a:xfrm>
                <a:off x="662362" y="4167668"/>
                <a:ext cx="2377274" cy="742126"/>
              </a:xfrm>
              <a:custGeom>
                <a:avLst/>
                <a:gdLst>
                  <a:gd name="csX0" fmla="*/ 0 w 2377274"/>
                  <a:gd name="csY0" fmla="*/ 0 h 742126"/>
                  <a:gd name="csX1" fmla="*/ 594319 w 2377274"/>
                  <a:gd name="csY1" fmla="*/ 0 h 742126"/>
                  <a:gd name="csX2" fmla="*/ 1236182 w 2377274"/>
                  <a:gd name="csY2" fmla="*/ 0 h 742126"/>
                  <a:gd name="csX3" fmla="*/ 2377274 w 2377274"/>
                  <a:gd name="csY3" fmla="*/ 0 h 742126"/>
                  <a:gd name="csX4" fmla="*/ 2377274 w 2377274"/>
                  <a:gd name="csY4" fmla="*/ 348799 h 742126"/>
                  <a:gd name="csX5" fmla="*/ 2377274 w 2377274"/>
                  <a:gd name="csY5" fmla="*/ 742126 h 742126"/>
                  <a:gd name="csX6" fmla="*/ 1806728 w 2377274"/>
                  <a:gd name="csY6" fmla="*/ 742126 h 742126"/>
                  <a:gd name="csX7" fmla="*/ 1236182 w 2377274"/>
                  <a:gd name="csY7" fmla="*/ 742126 h 742126"/>
                  <a:gd name="csX8" fmla="*/ 618091 w 2377274"/>
                  <a:gd name="csY8" fmla="*/ 742126 h 742126"/>
                  <a:gd name="csX9" fmla="*/ 0 w 2377274"/>
                  <a:gd name="csY9" fmla="*/ 742126 h 742126"/>
                  <a:gd name="csX10" fmla="*/ 0 w 2377274"/>
                  <a:gd name="csY10" fmla="*/ 371063 h 742126"/>
                  <a:gd name="csX11" fmla="*/ 0 w 2377274"/>
                  <a:gd name="csY11" fmla="*/ 0 h 7421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377274" h="742126" extrusionOk="0">
                    <a:moveTo>
                      <a:pt x="0" y="0"/>
                    </a:moveTo>
                    <a:cubicBezTo>
                      <a:pt x="168638" y="-28470"/>
                      <a:pt x="328053" y="19193"/>
                      <a:pt x="594319" y="0"/>
                    </a:cubicBezTo>
                    <a:cubicBezTo>
                      <a:pt x="860585" y="-19193"/>
                      <a:pt x="1034325" y="62105"/>
                      <a:pt x="1236182" y="0"/>
                    </a:cubicBezTo>
                    <a:cubicBezTo>
                      <a:pt x="1438039" y="-62105"/>
                      <a:pt x="1931289" y="27516"/>
                      <a:pt x="2377274" y="0"/>
                    </a:cubicBezTo>
                    <a:cubicBezTo>
                      <a:pt x="2394391" y="115615"/>
                      <a:pt x="2367337" y="224968"/>
                      <a:pt x="2377274" y="348799"/>
                    </a:cubicBezTo>
                    <a:cubicBezTo>
                      <a:pt x="2387211" y="472630"/>
                      <a:pt x="2343139" y="631485"/>
                      <a:pt x="2377274" y="742126"/>
                    </a:cubicBezTo>
                    <a:cubicBezTo>
                      <a:pt x="2141117" y="793015"/>
                      <a:pt x="1984690" y="724267"/>
                      <a:pt x="1806728" y="742126"/>
                    </a:cubicBezTo>
                    <a:cubicBezTo>
                      <a:pt x="1628766" y="759985"/>
                      <a:pt x="1411843" y="680356"/>
                      <a:pt x="1236182" y="742126"/>
                    </a:cubicBezTo>
                    <a:cubicBezTo>
                      <a:pt x="1060521" y="803896"/>
                      <a:pt x="760520" y="712900"/>
                      <a:pt x="618091" y="742126"/>
                    </a:cubicBezTo>
                    <a:cubicBezTo>
                      <a:pt x="475662" y="771352"/>
                      <a:pt x="171994" y="700636"/>
                      <a:pt x="0" y="742126"/>
                    </a:cubicBezTo>
                    <a:cubicBezTo>
                      <a:pt x="-38522" y="593897"/>
                      <a:pt x="1771" y="532277"/>
                      <a:pt x="0" y="371063"/>
                    </a:cubicBezTo>
                    <a:cubicBezTo>
                      <a:pt x="-1771" y="209849"/>
                      <a:pt x="41873" y="174048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2000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8000</m:t>
                          </m:r>
                        </m:den>
                      </m:f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×100</m:t>
                      </m:r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288C66-B4B2-4A60-9FF3-391AD51E0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62" y="4167668"/>
                <a:ext cx="2377274" cy="7421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2377274"/>
                          <a:gd name="connsiteY0" fmla="*/ 0 h 742126"/>
                          <a:gd name="connsiteX1" fmla="*/ 594319 w 2377274"/>
                          <a:gd name="connsiteY1" fmla="*/ 0 h 742126"/>
                          <a:gd name="connsiteX2" fmla="*/ 1236182 w 2377274"/>
                          <a:gd name="connsiteY2" fmla="*/ 0 h 742126"/>
                          <a:gd name="connsiteX3" fmla="*/ 2377274 w 2377274"/>
                          <a:gd name="connsiteY3" fmla="*/ 0 h 742126"/>
                          <a:gd name="connsiteX4" fmla="*/ 2377274 w 2377274"/>
                          <a:gd name="connsiteY4" fmla="*/ 348799 h 742126"/>
                          <a:gd name="connsiteX5" fmla="*/ 2377274 w 2377274"/>
                          <a:gd name="connsiteY5" fmla="*/ 742126 h 742126"/>
                          <a:gd name="connsiteX6" fmla="*/ 1806728 w 2377274"/>
                          <a:gd name="connsiteY6" fmla="*/ 742126 h 742126"/>
                          <a:gd name="connsiteX7" fmla="*/ 1236182 w 2377274"/>
                          <a:gd name="connsiteY7" fmla="*/ 742126 h 742126"/>
                          <a:gd name="connsiteX8" fmla="*/ 618091 w 2377274"/>
                          <a:gd name="connsiteY8" fmla="*/ 742126 h 742126"/>
                          <a:gd name="connsiteX9" fmla="*/ 0 w 2377274"/>
                          <a:gd name="connsiteY9" fmla="*/ 742126 h 742126"/>
                          <a:gd name="connsiteX10" fmla="*/ 0 w 2377274"/>
                          <a:gd name="connsiteY10" fmla="*/ 371063 h 742126"/>
                          <a:gd name="connsiteX11" fmla="*/ 0 w 2377274"/>
                          <a:gd name="connsiteY11" fmla="*/ 0 h 7421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2377274" h="742126" extrusionOk="0">
                            <a:moveTo>
                              <a:pt x="0" y="0"/>
                            </a:moveTo>
                            <a:cubicBezTo>
                              <a:pt x="168638" y="-28470"/>
                              <a:pt x="328053" y="19193"/>
                              <a:pt x="594319" y="0"/>
                            </a:cubicBezTo>
                            <a:cubicBezTo>
                              <a:pt x="860585" y="-19193"/>
                              <a:pt x="1034325" y="62105"/>
                              <a:pt x="1236182" y="0"/>
                            </a:cubicBezTo>
                            <a:cubicBezTo>
                              <a:pt x="1438039" y="-62105"/>
                              <a:pt x="1931289" y="27516"/>
                              <a:pt x="2377274" y="0"/>
                            </a:cubicBezTo>
                            <a:cubicBezTo>
                              <a:pt x="2394391" y="115615"/>
                              <a:pt x="2367337" y="224968"/>
                              <a:pt x="2377274" y="348799"/>
                            </a:cubicBezTo>
                            <a:cubicBezTo>
                              <a:pt x="2387211" y="472630"/>
                              <a:pt x="2343139" y="631485"/>
                              <a:pt x="2377274" y="742126"/>
                            </a:cubicBezTo>
                            <a:cubicBezTo>
                              <a:pt x="2141117" y="793015"/>
                              <a:pt x="1984690" y="724267"/>
                              <a:pt x="1806728" y="742126"/>
                            </a:cubicBezTo>
                            <a:cubicBezTo>
                              <a:pt x="1628766" y="759985"/>
                              <a:pt x="1411843" y="680356"/>
                              <a:pt x="1236182" y="742126"/>
                            </a:cubicBezTo>
                            <a:cubicBezTo>
                              <a:pt x="1060521" y="803896"/>
                              <a:pt x="760520" y="712900"/>
                              <a:pt x="618091" y="742126"/>
                            </a:cubicBezTo>
                            <a:cubicBezTo>
                              <a:pt x="475662" y="771352"/>
                              <a:pt x="171994" y="700636"/>
                              <a:pt x="0" y="742126"/>
                            </a:cubicBezTo>
                            <a:cubicBezTo>
                              <a:pt x="-38522" y="593897"/>
                              <a:pt x="1771" y="532277"/>
                              <a:pt x="0" y="371063"/>
                            </a:cubicBezTo>
                            <a:cubicBezTo>
                              <a:pt x="-1771" y="209849"/>
                              <a:pt x="41873" y="17404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01C94BB-9DB8-48E1-A943-3F25B127B542}"/>
              </a:ext>
            </a:extLst>
          </p:cNvPr>
          <p:cNvSpPr txBox="1"/>
          <p:nvPr/>
        </p:nvSpPr>
        <p:spPr>
          <a:xfrm>
            <a:off x="2728952" y="4323287"/>
            <a:ext cx="1107067" cy="430887"/>
          </a:xfrm>
          <a:custGeom>
            <a:avLst/>
            <a:gdLst>
              <a:gd name="csX0" fmla="*/ 0 w 1107067"/>
              <a:gd name="csY0" fmla="*/ 0 h 430887"/>
              <a:gd name="csX1" fmla="*/ 553534 w 1107067"/>
              <a:gd name="csY1" fmla="*/ 0 h 430887"/>
              <a:gd name="csX2" fmla="*/ 1107067 w 1107067"/>
              <a:gd name="csY2" fmla="*/ 0 h 430887"/>
              <a:gd name="csX3" fmla="*/ 1107067 w 1107067"/>
              <a:gd name="csY3" fmla="*/ 430887 h 430887"/>
              <a:gd name="csX4" fmla="*/ 564604 w 1107067"/>
              <a:gd name="csY4" fmla="*/ 430887 h 430887"/>
              <a:gd name="csX5" fmla="*/ 0 w 1107067"/>
              <a:gd name="csY5" fmla="*/ 430887 h 430887"/>
              <a:gd name="csX6" fmla="*/ 0 w 1107067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07067" h="430887" extrusionOk="0">
                <a:moveTo>
                  <a:pt x="0" y="0"/>
                </a:moveTo>
                <a:cubicBezTo>
                  <a:pt x="256855" y="-50310"/>
                  <a:pt x="419047" y="45918"/>
                  <a:pt x="553534" y="0"/>
                </a:cubicBezTo>
                <a:cubicBezTo>
                  <a:pt x="688021" y="-45918"/>
                  <a:pt x="886417" y="28265"/>
                  <a:pt x="1107067" y="0"/>
                </a:cubicBezTo>
                <a:cubicBezTo>
                  <a:pt x="1124837" y="184179"/>
                  <a:pt x="1103237" y="253949"/>
                  <a:pt x="1107067" y="430887"/>
                </a:cubicBezTo>
                <a:cubicBezTo>
                  <a:pt x="952227" y="468816"/>
                  <a:pt x="717856" y="419904"/>
                  <a:pt x="564604" y="430887"/>
                </a:cubicBezTo>
                <a:cubicBezTo>
                  <a:pt x="411352" y="441870"/>
                  <a:pt x="163056" y="400310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25%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30C3AF-3E8F-480F-82A4-DD34BB8E9AB3}"/>
              </a:ext>
            </a:extLst>
          </p:cNvPr>
          <p:cNvSpPr txBox="1"/>
          <p:nvPr/>
        </p:nvSpPr>
        <p:spPr>
          <a:xfrm>
            <a:off x="5989341" y="1874724"/>
            <a:ext cx="5540297" cy="1246495"/>
          </a:xfrm>
          <a:custGeom>
            <a:avLst/>
            <a:gdLst>
              <a:gd name="csX0" fmla="*/ 0 w 5540297"/>
              <a:gd name="csY0" fmla="*/ 0 h 1246495"/>
              <a:gd name="csX1" fmla="*/ 609433 w 5540297"/>
              <a:gd name="csY1" fmla="*/ 0 h 1246495"/>
              <a:gd name="csX2" fmla="*/ 997253 w 5540297"/>
              <a:gd name="csY2" fmla="*/ 0 h 1246495"/>
              <a:gd name="csX3" fmla="*/ 1385074 w 5540297"/>
              <a:gd name="csY3" fmla="*/ 0 h 1246495"/>
              <a:gd name="csX4" fmla="*/ 1883701 w 5540297"/>
              <a:gd name="csY4" fmla="*/ 0 h 1246495"/>
              <a:gd name="csX5" fmla="*/ 2493134 w 5540297"/>
              <a:gd name="csY5" fmla="*/ 0 h 1246495"/>
              <a:gd name="csX6" fmla="*/ 3157969 w 5540297"/>
              <a:gd name="csY6" fmla="*/ 0 h 1246495"/>
              <a:gd name="csX7" fmla="*/ 3767402 w 5540297"/>
              <a:gd name="csY7" fmla="*/ 0 h 1246495"/>
              <a:gd name="csX8" fmla="*/ 4376835 w 5540297"/>
              <a:gd name="csY8" fmla="*/ 0 h 1246495"/>
              <a:gd name="csX9" fmla="*/ 4986267 w 5540297"/>
              <a:gd name="csY9" fmla="*/ 0 h 1246495"/>
              <a:gd name="csX10" fmla="*/ 5540297 w 5540297"/>
              <a:gd name="csY10" fmla="*/ 0 h 1246495"/>
              <a:gd name="csX11" fmla="*/ 5540297 w 5540297"/>
              <a:gd name="csY11" fmla="*/ 440428 h 1246495"/>
              <a:gd name="csX12" fmla="*/ 5540297 w 5540297"/>
              <a:gd name="csY12" fmla="*/ 868392 h 1246495"/>
              <a:gd name="csX13" fmla="*/ 5540297 w 5540297"/>
              <a:gd name="csY13" fmla="*/ 1246495 h 1246495"/>
              <a:gd name="csX14" fmla="*/ 5041670 w 5540297"/>
              <a:gd name="csY14" fmla="*/ 1246495 h 1246495"/>
              <a:gd name="csX15" fmla="*/ 4543044 w 5540297"/>
              <a:gd name="csY15" fmla="*/ 1246495 h 1246495"/>
              <a:gd name="csX16" fmla="*/ 4044417 w 5540297"/>
              <a:gd name="csY16" fmla="*/ 1246495 h 1246495"/>
              <a:gd name="csX17" fmla="*/ 3656596 w 5540297"/>
              <a:gd name="csY17" fmla="*/ 1246495 h 1246495"/>
              <a:gd name="csX18" fmla="*/ 3047163 w 5540297"/>
              <a:gd name="csY18" fmla="*/ 1246495 h 1246495"/>
              <a:gd name="csX19" fmla="*/ 2548537 w 5540297"/>
              <a:gd name="csY19" fmla="*/ 1246495 h 1246495"/>
              <a:gd name="csX20" fmla="*/ 2160716 w 5540297"/>
              <a:gd name="csY20" fmla="*/ 1246495 h 1246495"/>
              <a:gd name="csX21" fmla="*/ 1606686 w 5540297"/>
              <a:gd name="csY21" fmla="*/ 1246495 h 1246495"/>
              <a:gd name="csX22" fmla="*/ 1052656 w 5540297"/>
              <a:gd name="csY22" fmla="*/ 1246495 h 1246495"/>
              <a:gd name="csX23" fmla="*/ 0 w 5540297"/>
              <a:gd name="csY23" fmla="*/ 1246495 h 1246495"/>
              <a:gd name="csX24" fmla="*/ 0 w 5540297"/>
              <a:gd name="csY24" fmla="*/ 843462 h 1246495"/>
              <a:gd name="csX25" fmla="*/ 0 w 5540297"/>
              <a:gd name="csY25" fmla="*/ 465358 h 1246495"/>
              <a:gd name="csX26" fmla="*/ 0 w 5540297"/>
              <a:gd name="csY26" fmla="*/ 0 h 1246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540297" h="1246495" fill="none" extrusionOk="0">
                <a:moveTo>
                  <a:pt x="0" y="0"/>
                </a:moveTo>
                <a:cubicBezTo>
                  <a:pt x="255197" y="-36906"/>
                  <a:pt x="367362" y="67494"/>
                  <a:pt x="609433" y="0"/>
                </a:cubicBezTo>
                <a:cubicBezTo>
                  <a:pt x="851504" y="-67494"/>
                  <a:pt x="813835" y="27865"/>
                  <a:pt x="997253" y="0"/>
                </a:cubicBezTo>
                <a:cubicBezTo>
                  <a:pt x="1180671" y="-27865"/>
                  <a:pt x="1269497" y="37705"/>
                  <a:pt x="1385074" y="0"/>
                </a:cubicBezTo>
                <a:cubicBezTo>
                  <a:pt x="1500651" y="-37705"/>
                  <a:pt x="1675841" y="45071"/>
                  <a:pt x="1883701" y="0"/>
                </a:cubicBezTo>
                <a:cubicBezTo>
                  <a:pt x="2091561" y="-45071"/>
                  <a:pt x="2240002" y="41574"/>
                  <a:pt x="2493134" y="0"/>
                </a:cubicBezTo>
                <a:cubicBezTo>
                  <a:pt x="2746266" y="-41574"/>
                  <a:pt x="2935533" y="14151"/>
                  <a:pt x="3157969" y="0"/>
                </a:cubicBezTo>
                <a:cubicBezTo>
                  <a:pt x="3380405" y="-14151"/>
                  <a:pt x="3518267" y="35975"/>
                  <a:pt x="3767402" y="0"/>
                </a:cubicBezTo>
                <a:cubicBezTo>
                  <a:pt x="4016537" y="-35975"/>
                  <a:pt x="4229388" y="71748"/>
                  <a:pt x="4376835" y="0"/>
                </a:cubicBezTo>
                <a:cubicBezTo>
                  <a:pt x="4524282" y="-71748"/>
                  <a:pt x="4737984" y="53709"/>
                  <a:pt x="4986267" y="0"/>
                </a:cubicBezTo>
                <a:cubicBezTo>
                  <a:pt x="5234550" y="-53709"/>
                  <a:pt x="5352065" y="30105"/>
                  <a:pt x="5540297" y="0"/>
                </a:cubicBezTo>
                <a:cubicBezTo>
                  <a:pt x="5561898" y="171066"/>
                  <a:pt x="5500741" y="284297"/>
                  <a:pt x="5540297" y="440428"/>
                </a:cubicBezTo>
                <a:cubicBezTo>
                  <a:pt x="5579853" y="596559"/>
                  <a:pt x="5525824" y="681779"/>
                  <a:pt x="5540297" y="868392"/>
                </a:cubicBezTo>
                <a:cubicBezTo>
                  <a:pt x="5554770" y="1055005"/>
                  <a:pt x="5510989" y="1113488"/>
                  <a:pt x="5540297" y="1246495"/>
                </a:cubicBezTo>
                <a:cubicBezTo>
                  <a:pt x="5416145" y="1292703"/>
                  <a:pt x="5216631" y="1240090"/>
                  <a:pt x="5041670" y="1246495"/>
                </a:cubicBezTo>
                <a:cubicBezTo>
                  <a:pt x="4866709" y="1252900"/>
                  <a:pt x="4719599" y="1212974"/>
                  <a:pt x="4543044" y="1246495"/>
                </a:cubicBezTo>
                <a:cubicBezTo>
                  <a:pt x="4366489" y="1280016"/>
                  <a:pt x="4277341" y="1222487"/>
                  <a:pt x="4044417" y="1246495"/>
                </a:cubicBezTo>
                <a:cubicBezTo>
                  <a:pt x="3811493" y="1270503"/>
                  <a:pt x="3826606" y="1211842"/>
                  <a:pt x="3656596" y="1246495"/>
                </a:cubicBezTo>
                <a:cubicBezTo>
                  <a:pt x="3486586" y="1281148"/>
                  <a:pt x="3214679" y="1213636"/>
                  <a:pt x="3047163" y="1246495"/>
                </a:cubicBezTo>
                <a:cubicBezTo>
                  <a:pt x="2879647" y="1279354"/>
                  <a:pt x="2705529" y="1204626"/>
                  <a:pt x="2548537" y="1246495"/>
                </a:cubicBezTo>
                <a:cubicBezTo>
                  <a:pt x="2391545" y="1288364"/>
                  <a:pt x="2304298" y="1233438"/>
                  <a:pt x="2160716" y="1246495"/>
                </a:cubicBezTo>
                <a:cubicBezTo>
                  <a:pt x="2017134" y="1259552"/>
                  <a:pt x="1867654" y="1198551"/>
                  <a:pt x="1606686" y="1246495"/>
                </a:cubicBezTo>
                <a:cubicBezTo>
                  <a:pt x="1345718" y="1294439"/>
                  <a:pt x="1208069" y="1205206"/>
                  <a:pt x="1052656" y="1246495"/>
                </a:cubicBezTo>
                <a:cubicBezTo>
                  <a:pt x="897243" y="1287784"/>
                  <a:pt x="411989" y="1195173"/>
                  <a:pt x="0" y="1246495"/>
                </a:cubicBezTo>
                <a:cubicBezTo>
                  <a:pt x="-30550" y="1100617"/>
                  <a:pt x="44317" y="1041285"/>
                  <a:pt x="0" y="843462"/>
                </a:cubicBezTo>
                <a:cubicBezTo>
                  <a:pt x="-44317" y="645639"/>
                  <a:pt x="15489" y="630117"/>
                  <a:pt x="0" y="465358"/>
                </a:cubicBezTo>
                <a:cubicBezTo>
                  <a:pt x="-15489" y="300599"/>
                  <a:pt x="34687" y="186084"/>
                  <a:pt x="0" y="0"/>
                </a:cubicBezTo>
                <a:close/>
              </a:path>
              <a:path w="5540297" h="1246495" stroke="0" extrusionOk="0">
                <a:moveTo>
                  <a:pt x="0" y="0"/>
                </a:moveTo>
                <a:cubicBezTo>
                  <a:pt x="194770" y="-52680"/>
                  <a:pt x="334218" y="38960"/>
                  <a:pt x="554030" y="0"/>
                </a:cubicBezTo>
                <a:cubicBezTo>
                  <a:pt x="773842" y="-38960"/>
                  <a:pt x="841967" y="34828"/>
                  <a:pt x="1108059" y="0"/>
                </a:cubicBezTo>
                <a:cubicBezTo>
                  <a:pt x="1374151" y="-34828"/>
                  <a:pt x="1636252" y="78158"/>
                  <a:pt x="1772895" y="0"/>
                </a:cubicBezTo>
                <a:cubicBezTo>
                  <a:pt x="1909538" y="-78158"/>
                  <a:pt x="2089160" y="26850"/>
                  <a:pt x="2216119" y="0"/>
                </a:cubicBezTo>
                <a:cubicBezTo>
                  <a:pt x="2343078" y="-26850"/>
                  <a:pt x="2586355" y="71858"/>
                  <a:pt x="2825551" y="0"/>
                </a:cubicBezTo>
                <a:cubicBezTo>
                  <a:pt x="3064747" y="-71858"/>
                  <a:pt x="3107920" y="16877"/>
                  <a:pt x="3268775" y="0"/>
                </a:cubicBezTo>
                <a:cubicBezTo>
                  <a:pt x="3429630" y="-16877"/>
                  <a:pt x="3557871" y="12329"/>
                  <a:pt x="3822805" y="0"/>
                </a:cubicBezTo>
                <a:cubicBezTo>
                  <a:pt x="4087739" y="-12329"/>
                  <a:pt x="4119784" y="22227"/>
                  <a:pt x="4210626" y="0"/>
                </a:cubicBezTo>
                <a:cubicBezTo>
                  <a:pt x="4301468" y="-22227"/>
                  <a:pt x="4413125" y="41400"/>
                  <a:pt x="4598447" y="0"/>
                </a:cubicBezTo>
                <a:cubicBezTo>
                  <a:pt x="4783769" y="-41400"/>
                  <a:pt x="5093789" y="98536"/>
                  <a:pt x="5540297" y="0"/>
                </a:cubicBezTo>
                <a:cubicBezTo>
                  <a:pt x="5569532" y="144058"/>
                  <a:pt x="5522787" y="212821"/>
                  <a:pt x="5540297" y="378103"/>
                </a:cubicBezTo>
                <a:cubicBezTo>
                  <a:pt x="5557807" y="543385"/>
                  <a:pt x="5504701" y="727063"/>
                  <a:pt x="5540297" y="818532"/>
                </a:cubicBezTo>
                <a:cubicBezTo>
                  <a:pt x="5575893" y="910001"/>
                  <a:pt x="5508468" y="1111759"/>
                  <a:pt x="5540297" y="1246495"/>
                </a:cubicBezTo>
                <a:cubicBezTo>
                  <a:pt x="5381596" y="1310966"/>
                  <a:pt x="5237768" y="1239601"/>
                  <a:pt x="4986267" y="1246495"/>
                </a:cubicBezTo>
                <a:cubicBezTo>
                  <a:pt x="4734766" y="1253389"/>
                  <a:pt x="4701252" y="1225484"/>
                  <a:pt x="4598447" y="1246495"/>
                </a:cubicBezTo>
                <a:cubicBezTo>
                  <a:pt x="4495642" y="1267506"/>
                  <a:pt x="4184859" y="1200272"/>
                  <a:pt x="3989014" y="1246495"/>
                </a:cubicBezTo>
                <a:cubicBezTo>
                  <a:pt x="3793169" y="1292718"/>
                  <a:pt x="3643957" y="1245881"/>
                  <a:pt x="3434984" y="1246495"/>
                </a:cubicBezTo>
                <a:cubicBezTo>
                  <a:pt x="3226011" y="1247109"/>
                  <a:pt x="3042137" y="1215538"/>
                  <a:pt x="2936357" y="1246495"/>
                </a:cubicBezTo>
                <a:cubicBezTo>
                  <a:pt x="2830577" y="1277452"/>
                  <a:pt x="2652146" y="1237460"/>
                  <a:pt x="2437731" y="1246495"/>
                </a:cubicBezTo>
                <a:cubicBezTo>
                  <a:pt x="2223316" y="1255530"/>
                  <a:pt x="2213124" y="1202260"/>
                  <a:pt x="1994507" y="1246495"/>
                </a:cubicBezTo>
                <a:cubicBezTo>
                  <a:pt x="1775890" y="1290730"/>
                  <a:pt x="1547139" y="1204478"/>
                  <a:pt x="1329671" y="1246495"/>
                </a:cubicBezTo>
                <a:cubicBezTo>
                  <a:pt x="1112203" y="1288512"/>
                  <a:pt x="886511" y="1180845"/>
                  <a:pt x="664836" y="1246495"/>
                </a:cubicBezTo>
                <a:cubicBezTo>
                  <a:pt x="443161" y="1312145"/>
                  <a:pt x="150095" y="1230257"/>
                  <a:pt x="0" y="1246495"/>
                </a:cubicBezTo>
                <a:cubicBezTo>
                  <a:pt x="-10947" y="1124675"/>
                  <a:pt x="38142" y="990865"/>
                  <a:pt x="0" y="855927"/>
                </a:cubicBezTo>
                <a:cubicBezTo>
                  <a:pt x="-38142" y="720989"/>
                  <a:pt x="11084" y="562823"/>
                  <a:pt x="0" y="427963"/>
                </a:cubicBezTo>
                <a:cubicBezTo>
                  <a:pt x="-11084" y="293103"/>
                  <a:pt x="4055" y="118180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6365470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500" dirty="0">
                <a:latin typeface="Arial" panose="020B0604020202020204" pitchFamily="34" charset="0"/>
                <a:cs typeface="Arial" panose="020B0604020202020204" pitchFamily="34" charset="0"/>
              </a:rPr>
              <a:t>Tony bought a box of 24 oranges for £4. He sold all the oranges for 21p. </a:t>
            </a:r>
            <a:br>
              <a:rPr lang="en-GB" sz="2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500" dirty="0">
                <a:latin typeface="Arial" panose="020B0604020202020204" pitchFamily="34" charset="0"/>
                <a:cs typeface="Arial" panose="020B0604020202020204" pitchFamily="34" charset="0"/>
              </a:rPr>
              <a:t>Work out his percentage profit.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E6E77A-1F94-4362-9DC9-D25D06857B45}"/>
              </a:ext>
            </a:extLst>
          </p:cNvPr>
          <p:cNvSpPr txBox="1"/>
          <p:nvPr/>
        </p:nvSpPr>
        <p:spPr>
          <a:xfrm>
            <a:off x="6392952" y="3429000"/>
            <a:ext cx="4651091" cy="430887"/>
          </a:xfrm>
          <a:custGeom>
            <a:avLst/>
            <a:gdLst>
              <a:gd name="csX0" fmla="*/ 0 w 4651091"/>
              <a:gd name="csY0" fmla="*/ 0 h 430887"/>
              <a:gd name="csX1" fmla="*/ 581386 w 4651091"/>
              <a:gd name="csY1" fmla="*/ 0 h 430887"/>
              <a:gd name="csX2" fmla="*/ 1255795 w 4651091"/>
              <a:gd name="csY2" fmla="*/ 0 h 430887"/>
              <a:gd name="csX3" fmla="*/ 1930203 w 4651091"/>
              <a:gd name="csY3" fmla="*/ 0 h 430887"/>
              <a:gd name="csX4" fmla="*/ 2372056 w 4651091"/>
              <a:gd name="csY4" fmla="*/ 0 h 430887"/>
              <a:gd name="csX5" fmla="*/ 2906932 w 4651091"/>
              <a:gd name="csY5" fmla="*/ 0 h 430887"/>
              <a:gd name="csX6" fmla="*/ 3534829 w 4651091"/>
              <a:gd name="csY6" fmla="*/ 0 h 430887"/>
              <a:gd name="csX7" fmla="*/ 3976683 w 4651091"/>
              <a:gd name="csY7" fmla="*/ 0 h 430887"/>
              <a:gd name="csX8" fmla="*/ 4651091 w 4651091"/>
              <a:gd name="csY8" fmla="*/ 0 h 430887"/>
              <a:gd name="csX9" fmla="*/ 4651091 w 4651091"/>
              <a:gd name="csY9" fmla="*/ 430887 h 430887"/>
              <a:gd name="csX10" fmla="*/ 3976683 w 4651091"/>
              <a:gd name="csY10" fmla="*/ 430887 h 430887"/>
              <a:gd name="csX11" fmla="*/ 3395296 w 4651091"/>
              <a:gd name="csY11" fmla="*/ 430887 h 430887"/>
              <a:gd name="csX12" fmla="*/ 2906932 w 4651091"/>
              <a:gd name="csY12" fmla="*/ 430887 h 430887"/>
              <a:gd name="csX13" fmla="*/ 2418567 w 4651091"/>
              <a:gd name="csY13" fmla="*/ 430887 h 430887"/>
              <a:gd name="csX14" fmla="*/ 1837181 w 4651091"/>
              <a:gd name="csY14" fmla="*/ 430887 h 430887"/>
              <a:gd name="csX15" fmla="*/ 1395327 w 4651091"/>
              <a:gd name="csY15" fmla="*/ 430887 h 430887"/>
              <a:gd name="csX16" fmla="*/ 906963 w 4651091"/>
              <a:gd name="csY16" fmla="*/ 430887 h 430887"/>
              <a:gd name="csX17" fmla="*/ 0 w 4651091"/>
              <a:gd name="csY17" fmla="*/ 430887 h 430887"/>
              <a:gd name="csX18" fmla="*/ 0 w 4651091"/>
              <a:gd name="csY1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651091" h="430887" extrusionOk="0">
                <a:moveTo>
                  <a:pt x="0" y="0"/>
                </a:moveTo>
                <a:cubicBezTo>
                  <a:pt x="207276" y="-40396"/>
                  <a:pt x="418230" y="12551"/>
                  <a:pt x="581386" y="0"/>
                </a:cubicBezTo>
                <a:cubicBezTo>
                  <a:pt x="744542" y="-12551"/>
                  <a:pt x="1069699" y="8989"/>
                  <a:pt x="1255795" y="0"/>
                </a:cubicBezTo>
                <a:cubicBezTo>
                  <a:pt x="1441891" y="-8989"/>
                  <a:pt x="1714457" y="77113"/>
                  <a:pt x="1930203" y="0"/>
                </a:cubicBezTo>
                <a:cubicBezTo>
                  <a:pt x="2145949" y="-77113"/>
                  <a:pt x="2216777" y="14040"/>
                  <a:pt x="2372056" y="0"/>
                </a:cubicBezTo>
                <a:cubicBezTo>
                  <a:pt x="2527335" y="-14040"/>
                  <a:pt x="2639584" y="56753"/>
                  <a:pt x="2906932" y="0"/>
                </a:cubicBezTo>
                <a:cubicBezTo>
                  <a:pt x="3174280" y="-56753"/>
                  <a:pt x="3317012" y="1159"/>
                  <a:pt x="3534829" y="0"/>
                </a:cubicBezTo>
                <a:cubicBezTo>
                  <a:pt x="3752646" y="-1159"/>
                  <a:pt x="3874152" y="14134"/>
                  <a:pt x="3976683" y="0"/>
                </a:cubicBezTo>
                <a:cubicBezTo>
                  <a:pt x="4079214" y="-14134"/>
                  <a:pt x="4394799" y="29056"/>
                  <a:pt x="4651091" y="0"/>
                </a:cubicBezTo>
                <a:cubicBezTo>
                  <a:pt x="4685721" y="108207"/>
                  <a:pt x="4629090" y="320626"/>
                  <a:pt x="4651091" y="430887"/>
                </a:cubicBezTo>
                <a:cubicBezTo>
                  <a:pt x="4357318" y="510357"/>
                  <a:pt x="4200715" y="373911"/>
                  <a:pt x="3976683" y="430887"/>
                </a:cubicBezTo>
                <a:cubicBezTo>
                  <a:pt x="3752651" y="487863"/>
                  <a:pt x="3627342" y="381935"/>
                  <a:pt x="3395296" y="430887"/>
                </a:cubicBezTo>
                <a:cubicBezTo>
                  <a:pt x="3163250" y="479839"/>
                  <a:pt x="3132328" y="385611"/>
                  <a:pt x="2906932" y="430887"/>
                </a:cubicBezTo>
                <a:cubicBezTo>
                  <a:pt x="2681536" y="476163"/>
                  <a:pt x="2560404" y="374968"/>
                  <a:pt x="2418567" y="430887"/>
                </a:cubicBezTo>
                <a:cubicBezTo>
                  <a:pt x="2276730" y="486806"/>
                  <a:pt x="2091571" y="364604"/>
                  <a:pt x="1837181" y="430887"/>
                </a:cubicBezTo>
                <a:cubicBezTo>
                  <a:pt x="1582791" y="497170"/>
                  <a:pt x="1582829" y="391863"/>
                  <a:pt x="1395327" y="430887"/>
                </a:cubicBezTo>
                <a:cubicBezTo>
                  <a:pt x="1207825" y="469911"/>
                  <a:pt x="1025413" y="413086"/>
                  <a:pt x="906963" y="430887"/>
                </a:cubicBezTo>
                <a:cubicBezTo>
                  <a:pt x="788513" y="448688"/>
                  <a:pt x="442601" y="370113"/>
                  <a:pt x="0" y="430887"/>
                </a:cubicBezTo>
                <a:cubicBezTo>
                  <a:pt x="-42622" y="218628"/>
                  <a:pt x="15076" y="116367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24 x 21p = 504p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B57382-78A0-444A-B9C1-47229394D2B4}"/>
              </a:ext>
            </a:extLst>
          </p:cNvPr>
          <p:cNvSpPr txBox="1"/>
          <p:nvPr/>
        </p:nvSpPr>
        <p:spPr>
          <a:xfrm>
            <a:off x="7140806" y="3859887"/>
            <a:ext cx="1702111" cy="430887"/>
          </a:xfrm>
          <a:custGeom>
            <a:avLst/>
            <a:gdLst>
              <a:gd name="csX0" fmla="*/ 0 w 1702111"/>
              <a:gd name="csY0" fmla="*/ 0 h 430887"/>
              <a:gd name="csX1" fmla="*/ 567370 w 1702111"/>
              <a:gd name="csY1" fmla="*/ 0 h 430887"/>
              <a:gd name="csX2" fmla="*/ 1168783 w 1702111"/>
              <a:gd name="csY2" fmla="*/ 0 h 430887"/>
              <a:gd name="csX3" fmla="*/ 1702111 w 1702111"/>
              <a:gd name="csY3" fmla="*/ 0 h 430887"/>
              <a:gd name="csX4" fmla="*/ 1702111 w 1702111"/>
              <a:gd name="csY4" fmla="*/ 430887 h 430887"/>
              <a:gd name="csX5" fmla="*/ 1117720 w 1702111"/>
              <a:gd name="csY5" fmla="*/ 430887 h 430887"/>
              <a:gd name="csX6" fmla="*/ 533328 w 1702111"/>
              <a:gd name="csY6" fmla="*/ 430887 h 430887"/>
              <a:gd name="csX7" fmla="*/ 0 w 1702111"/>
              <a:gd name="csY7" fmla="*/ 430887 h 430887"/>
              <a:gd name="csX8" fmla="*/ 0 w 1702111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02111" h="430887" extrusionOk="0">
                <a:moveTo>
                  <a:pt x="0" y="0"/>
                </a:moveTo>
                <a:cubicBezTo>
                  <a:pt x="199317" y="-38693"/>
                  <a:pt x="393776" y="60674"/>
                  <a:pt x="567370" y="0"/>
                </a:cubicBezTo>
                <a:cubicBezTo>
                  <a:pt x="740964" y="-60674"/>
                  <a:pt x="1038911" y="36018"/>
                  <a:pt x="1168783" y="0"/>
                </a:cubicBezTo>
                <a:cubicBezTo>
                  <a:pt x="1298655" y="-36018"/>
                  <a:pt x="1482038" y="57537"/>
                  <a:pt x="1702111" y="0"/>
                </a:cubicBezTo>
                <a:cubicBezTo>
                  <a:pt x="1734007" y="190346"/>
                  <a:pt x="1662119" y="269684"/>
                  <a:pt x="1702111" y="430887"/>
                </a:cubicBezTo>
                <a:cubicBezTo>
                  <a:pt x="1569538" y="496261"/>
                  <a:pt x="1409063" y="417741"/>
                  <a:pt x="1117720" y="430887"/>
                </a:cubicBezTo>
                <a:cubicBezTo>
                  <a:pt x="826377" y="444033"/>
                  <a:pt x="823070" y="372683"/>
                  <a:pt x="533328" y="430887"/>
                </a:cubicBezTo>
                <a:cubicBezTo>
                  <a:pt x="243586" y="489091"/>
                  <a:pt x="209234" y="375072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£4 = 400p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FD6B49-683F-465A-82BD-AF6BA829BE15}"/>
              </a:ext>
            </a:extLst>
          </p:cNvPr>
          <p:cNvSpPr txBox="1"/>
          <p:nvPr/>
        </p:nvSpPr>
        <p:spPr>
          <a:xfrm>
            <a:off x="6560942" y="4208887"/>
            <a:ext cx="2806082" cy="430887"/>
          </a:xfrm>
          <a:custGeom>
            <a:avLst/>
            <a:gdLst>
              <a:gd name="csX0" fmla="*/ 0 w 2806082"/>
              <a:gd name="csY0" fmla="*/ 0 h 430887"/>
              <a:gd name="csX1" fmla="*/ 561216 w 2806082"/>
              <a:gd name="csY1" fmla="*/ 0 h 430887"/>
              <a:gd name="csX2" fmla="*/ 1178554 w 2806082"/>
              <a:gd name="csY2" fmla="*/ 0 h 430887"/>
              <a:gd name="csX3" fmla="*/ 1795892 w 2806082"/>
              <a:gd name="csY3" fmla="*/ 0 h 430887"/>
              <a:gd name="csX4" fmla="*/ 2272926 w 2806082"/>
              <a:gd name="csY4" fmla="*/ 0 h 430887"/>
              <a:gd name="csX5" fmla="*/ 2806082 w 2806082"/>
              <a:gd name="csY5" fmla="*/ 0 h 430887"/>
              <a:gd name="csX6" fmla="*/ 2806082 w 2806082"/>
              <a:gd name="csY6" fmla="*/ 430887 h 430887"/>
              <a:gd name="csX7" fmla="*/ 2329048 w 2806082"/>
              <a:gd name="csY7" fmla="*/ 430887 h 430887"/>
              <a:gd name="csX8" fmla="*/ 1739771 w 2806082"/>
              <a:gd name="csY8" fmla="*/ 430887 h 430887"/>
              <a:gd name="csX9" fmla="*/ 1122433 w 2806082"/>
              <a:gd name="csY9" fmla="*/ 430887 h 430887"/>
              <a:gd name="csX10" fmla="*/ 561216 w 2806082"/>
              <a:gd name="csY10" fmla="*/ 430887 h 430887"/>
              <a:gd name="csX11" fmla="*/ 0 w 2806082"/>
              <a:gd name="csY11" fmla="*/ 430887 h 430887"/>
              <a:gd name="csX12" fmla="*/ 0 w 2806082"/>
              <a:gd name="csY12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806082" h="430887" extrusionOk="0">
                <a:moveTo>
                  <a:pt x="0" y="0"/>
                </a:moveTo>
                <a:cubicBezTo>
                  <a:pt x="122621" y="-20811"/>
                  <a:pt x="345878" y="16716"/>
                  <a:pt x="561216" y="0"/>
                </a:cubicBezTo>
                <a:cubicBezTo>
                  <a:pt x="776554" y="-16716"/>
                  <a:pt x="1044531" y="26269"/>
                  <a:pt x="1178554" y="0"/>
                </a:cubicBezTo>
                <a:cubicBezTo>
                  <a:pt x="1312577" y="-26269"/>
                  <a:pt x="1597319" y="21700"/>
                  <a:pt x="1795892" y="0"/>
                </a:cubicBezTo>
                <a:cubicBezTo>
                  <a:pt x="1994465" y="-21700"/>
                  <a:pt x="2085841" y="44671"/>
                  <a:pt x="2272926" y="0"/>
                </a:cubicBezTo>
                <a:cubicBezTo>
                  <a:pt x="2460011" y="-44671"/>
                  <a:pt x="2653899" y="30612"/>
                  <a:pt x="2806082" y="0"/>
                </a:cubicBezTo>
                <a:cubicBezTo>
                  <a:pt x="2825856" y="209658"/>
                  <a:pt x="2770642" y="306449"/>
                  <a:pt x="2806082" y="430887"/>
                </a:cubicBezTo>
                <a:cubicBezTo>
                  <a:pt x="2612587" y="450689"/>
                  <a:pt x="2525294" y="415853"/>
                  <a:pt x="2329048" y="430887"/>
                </a:cubicBezTo>
                <a:cubicBezTo>
                  <a:pt x="2132802" y="445921"/>
                  <a:pt x="1887702" y="411392"/>
                  <a:pt x="1739771" y="430887"/>
                </a:cubicBezTo>
                <a:cubicBezTo>
                  <a:pt x="1591840" y="450382"/>
                  <a:pt x="1286691" y="398172"/>
                  <a:pt x="1122433" y="430887"/>
                </a:cubicBezTo>
                <a:cubicBezTo>
                  <a:pt x="958175" y="463602"/>
                  <a:pt x="687181" y="395514"/>
                  <a:pt x="561216" y="430887"/>
                </a:cubicBezTo>
                <a:cubicBezTo>
                  <a:pt x="435251" y="466260"/>
                  <a:pt x="262741" y="403261"/>
                  <a:pt x="0" y="430887"/>
                </a:cubicBezTo>
                <a:cubicBezTo>
                  <a:pt x="-22594" y="215737"/>
                  <a:pt x="46882" y="127401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504p – 400p = 104p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C16233-EDD4-4D17-967D-BB4ED4A9FEBE}"/>
                  </a:ext>
                </a:extLst>
              </p:cNvPr>
              <p:cNvSpPr txBox="1"/>
              <p:nvPr/>
            </p:nvSpPr>
            <p:spPr>
              <a:xfrm>
                <a:off x="6392952" y="4754174"/>
                <a:ext cx="2377274" cy="742126"/>
              </a:xfrm>
              <a:custGeom>
                <a:avLst/>
                <a:gdLst>
                  <a:gd name="csX0" fmla="*/ 0 w 2377274"/>
                  <a:gd name="csY0" fmla="*/ 0 h 742126"/>
                  <a:gd name="csX1" fmla="*/ 594319 w 2377274"/>
                  <a:gd name="csY1" fmla="*/ 0 h 742126"/>
                  <a:gd name="csX2" fmla="*/ 1236182 w 2377274"/>
                  <a:gd name="csY2" fmla="*/ 0 h 742126"/>
                  <a:gd name="csX3" fmla="*/ 2377274 w 2377274"/>
                  <a:gd name="csY3" fmla="*/ 0 h 742126"/>
                  <a:gd name="csX4" fmla="*/ 2377274 w 2377274"/>
                  <a:gd name="csY4" fmla="*/ 348799 h 742126"/>
                  <a:gd name="csX5" fmla="*/ 2377274 w 2377274"/>
                  <a:gd name="csY5" fmla="*/ 742126 h 742126"/>
                  <a:gd name="csX6" fmla="*/ 1806728 w 2377274"/>
                  <a:gd name="csY6" fmla="*/ 742126 h 742126"/>
                  <a:gd name="csX7" fmla="*/ 1236182 w 2377274"/>
                  <a:gd name="csY7" fmla="*/ 742126 h 742126"/>
                  <a:gd name="csX8" fmla="*/ 618091 w 2377274"/>
                  <a:gd name="csY8" fmla="*/ 742126 h 742126"/>
                  <a:gd name="csX9" fmla="*/ 0 w 2377274"/>
                  <a:gd name="csY9" fmla="*/ 742126 h 742126"/>
                  <a:gd name="csX10" fmla="*/ 0 w 2377274"/>
                  <a:gd name="csY10" fmla="*/ 371063 h 742126"/>
                  <a:gd name="csX11" fmla="*/ 0 w 2377274"/>
                  <a:gd name="csY11" fmla="*/ 0 h 7421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377274" h="742126" extrusionOk="0">
                    <a:moveTo>
                      <a:pt x="0" y="0"/>
                    </a:moveTo>
                    <a:cubicBezTo>
                      <a:pt x="168638" y="-28470"/>
                      <a:pt x="328053" y="19193"/>
                      <a:pt x="594319" y="0"/>
                    </a:cubicBezTo>
                    <a:cubicBezTo>
                      <a:pt x="860585" y="-19193"/>
                      <a:pt x="1034325" y="62105"/>
                      <a:pt x="1236182" y="0"/>
                    </a:cubicBezTo>
                    <a:cubicBezTo>
                      <a:pt x="1438039" y="-62105"/>
                      <a:pt x="1931289" y="27516"/>
                      <a:pt x="2377274" y="0"/>
                    </a:cubicBezTo>
                    <a:cubicBezTo>
                      <a:pt x="2394391" y="115615"/>
                      <a:pt x="2367337" y="224968"/>
                      <a:pt x="2377274" y="348799"/>
                    </a:cubicBezTo>
                    <a:cubicBezTo>
                      <a:pt x="2387211" y="472630"/>
                      <a:pt x="2343139" y="631485"/>
                      <a:pt x="2377274" y="742126"/>
                    </a:cubicBezTo>
                    <a:cubicBezTo>
                      <a:pt x="2141117" y="793015"/>
                      <a:pt x="1984690" y="724267"/>
                      <a:pt x="1806728" y="742126"/>
                    </a:cubicBezTo>
                    <a:cubicBezTo>
                      <a:pt x="1628766" y="759985"/>
                      <a:pt x="1411843" y="680356"/>
                      <a:pt x="1236182" y="742126"/>
                    </a:cubicBezTo>
                    <a:cubicBezTo>
                      <a:pt x="1060521" y="803896"/>
                      <a:pt x="760520" y="712900"/>
                      <a:pt x="618091" y="742126"/>
                    </a:cubicBezTo>
                    <a:cubicBezTo>
                      <a:pt x="475662" y="771352"/>
                      <a:pt x="171994" y="700636"/>
                      <a:pt x="0" y="742126"/>
                    </a:cubicBezTo>
                    <a:cubicBezTo>
                      <a:pt x="-38522" y="593897"/>
                      <a:pt x="1771" y="532277"/>
                      <a:pt x="0" y="371063"/>
                    </a:cubicBezTo>
                    <a:cubicBezTo>
                      <a:pt x="-1771" y="209849"/>
                      <a:pt x="41873" y="174048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104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400</m:t>
                          </m:r>
                        </m:den>
                      </m:f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×100</m:t>
                      </m:r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C16233-EDD4-4D17-967D-BB4ED4A9F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952" y="4754174"/>
                <a:ext cx="2377274" cy="7421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2377274"/>
                          <a:gd name="connsiteY0" fmla="*/ 0 h 742126"/>
                          <a:gd name="connsiteX1" fmla="*/ 594319 w 2377274"/>
                          <a:gd name="connsiteY1" fmla="*/ 0 h 742126"/>
                          <a:gd name="connsiteX2" fmla="*/ 1236182 w 2377274"/>
                          <a:gd name="connsiteY2" fmla="*/ 0 h 742126"/>
                          <a:gd name="connsiteX3" fmla="*/ 2377274 w 2377274"/>
                          <a:gd name="connsiteY3" fmla="*/ 0 h 742126"/>
                          <a:gd name="connsiteX4" fmla="*/ 2377274 w 2377274"/>
                          <a:gd name="connsiteY4" fmla="*/ 348799 h 742126"/>
                          <a:gd name="connsiteX5" fmla="*/ 2377274 w 2377274"/>
                          <a:gd name="connsiteY5" fmla="*/ 742126 h 742126"/>
                          <a:gd name="connsiteX6" fmla="*/ 1806728 w 2377274"/>
                          <a:gd name="connsiteY6" fmla="*/ 742126 h 742126"/>
                          <a:gd name="connsiteX7" fmla="*/ 1236182 w 2377274"/>
                          <a:gd name="connsiteY7" fmla="*/ 742126 h 742126"/>
                          <a:gd name="connsiteX8" fmla="*/ 618091 w 2377274"/>
                          <a:gd name="connsiteY8" fmla="*/ 742126 h 742126"/>
                          <a:gd name="connsiteX9" fmla="*/ 0 w 2377274"/>
                          <a:gd name="connsiteY9" fmla="*/ 742126 h 742126"/>
                          <a:gd name="connsiteX10" fmla="*/ 0 w 2377274"/>
                          <a:gd name="connsiteY10" fmla="*/ 371063 h 742126"/>
                          <a:gd name="connsiteX11" fmla="*/ 0 w 2377274"/>
                          <a:gd name="connsiteY11" fmla="*/ 0 h 7421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2377274" h="742126" extrusionOk="0">
                            <a:moveTo>
                              <a:pt x="0" y="0"/>
                            </a:moveTo>
                            <a:cubicBezTo>
                              <a:pt x="168638" y="-28470"/>
                              <a:pt x="328053" y="19193"/>
                              <a:pt x="594319" y="0"/>
                            </a:cubicBezTo>
                            <a:cubicBezTo>
                              <a:pt x="860585" y="-19193"/>
                              <a:pt x="1034325" y="62105"/>
                              <a:pt x="1236182" y="0"/>
                            </a:cubicBezTo>
                            <a:cubicBezTo>
                              <a:pt x="1438039" y="-62105"/>
                              <a:pt x="1931289" y="27516"/>
                              <a:pt x="2377274" y="0"/>
                            </a:cubicBezTo>
                            <a:cubicBezTo>
                              <a:pt x="2394391" y="115615"/>
                              <a:pt x="2367337" y="224968"/>
                              <a:pt x="2377274" y="348799"/>
                            </a:cubicBezTo>
                            <a:cubicBezTo>
                              <a:pt x="2387211" y="472630"/>
                              <a:pt x="2343139" y="631485"/>
                              <a:pt x="2377274" y="742126"/>
                            </a:cubicBezTo>
                            <a:cubicBezTo>
                              <a:pt x="2141117" y="793015"/>
                              <a:pt x="1984690" y="724267"/>
                              <a:pt x="1806728" y="742126"/>
                            </a:cubicBezTo>
                            <a:cubicBezTo>
                              <a:pt x="1628766" y="759985"/>
                              <a:pt x="1411843" y="680356"/>
                              <a:pt x="1236182" y="742126"/>
                            </a:cubicBezTo>
                            <a:cubicBezTo>
                              <a:pt x="1060521" y="803896"/>
                              <a:pt x="760520" y="712900"/>
                              <a:pt x="618091" y="742126"/>
                            </a:cubicBezTo>
                            <a:cubicBezTo>
                              <a:pt x="475662" y="771352"/>
                              <a:pt x="171994" y="700636"/>
                              <a:pt x="0" y="742126"/>
                            </a:cubicBezTo>
                            <a:cubicBezTo>
                              <a:pt x="-38522" y="593897"/>
                              <a:pt x="1771" y="532277"/>
                              <a:pt x="0" y="371063"/>
                            </a:cubicBezTo>
                            <a:cubicBezTo>
                              <a:pt x="-1771" y="209849"/>
                              <a:pt x="41873" y="17404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66ED66FB-D392-4644-BA2F-CC1A9083E12B}"/>
              </a:ext>
            </a:extLst>
          </p:cNvPr>
          <p:cNvSpPr txBox="1"/>
          <p:nvPr/>
        </p:nvSpPr>
        <p:spPr>
          <a:xfrm>
            <a:off x="8459542" y="4909793"/>
            <a:ext cx="1107067" cy="430887"/>
          </a:xfrm>
          <a:custGeom>
            <a:avLst/>
            <a:gdLst>
              <a:gd name="csX0" fmla="*/ 0 w 1107067"/>
              <a:gd name="csY0" fmla="*/ 0 h 430887"/>
              <a:gd name="csX1" fmla="*/ 553534 w 1107067"/>
              <a:gd name="csY1" fmla="*/ 0 h 430887"/>
              <a:gd name="csX2" fmla="*/ 1107067 w 1107067"/>
              <a:gd name="csY2" fmla="*/ 0 h 430887"/>
              <a:gd name="csX3" fmla="*/ 1107067 w 1107067"/>
              <a:gd name="csY3" fmla="*/ 430887 h 430887"/>
              <a:gd name="csX4" fmla="*/ 564604 w 1107067"/>
              <a:gd name="csY4" fmla="*/ 430887 h 430887"/>
              <a:gd name="csX5" fmla="*/ 0 w 1107067"/>
              <a:gd name="csY5" fmla="*/ 430887 h 430887"/>
              <a:gd name="csX6" fmla="*/ 0 w 1107067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07067" h="430887" extrusionOk="0">
                <a:moveTo>
                  <a:pt x="0" y="0"/>
                </a:moveTo>
                <a:cubicBezTo>
                  <a:pt x="256855" y="-50310"/>
                  <a:pt x="419047" y="45918"/>
                  <a:pt x="553534" y="0"/>
                </a:cubicBezTo>
                <a:cubicBezTo>
                  <a:pt x="688021" y="-45918"/>
                  <a:pt x="886417" y="28265"/>
                  <a:pt x="1107067" y="0"/>
                </a:cubicBezTo>
                <a:cubicBezTo>
                  <a:pt x="1124837" y="184179"/>
                  <a:pt x="1103237" y="253949"/>
                  <a:pt x="1107067" y="430887"/>
                </a:cubicBezTo>
                <a:cubicBezTo>
                  <a:pt x="952227" y="468816"/>
                  <a:pt x="717856" y="419904"/>
                  <a:pt x="564604" y="430887"/>
                </a:cubicBezTo>
                <a:cubicBezTo>
                  <a:pt x="411352" y="441870"/>
                  <a:pt x="163056" y="400310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26%</a:t>
            </a:r>
          </a:p>
        </p:txBody>
      </p:sp>
    </p:spTree>
    <p:extLst>
      <p:ext uri="{BB962C8B-B14F-4D97-AF65-F5344CB8AC3E}">
        <p14:creationId xmlns:p14="http://schemas.microsoft.com/office/powerpoint/2010/main" val="43606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/>
      <p:bldP spid="14" grpId="0"/>
      <p:bldP spid="15" grpId="0"/>
      <p:bldP spid="16" grpId="0" animBg="1"/>
      <p:bldP spid="17" grpId="0"/>
      <p:bldP spid="20" grpId="0"/>
      <p:bldP spid="21" grpId="0"/>
      <p:bldP spid="22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0A9A43-424E-4DCA-8A58-629C4EE61289}"/>
              </a:ext>
            </a:extLst>
          </p:cNvPr>
          <p:cNvSpPr txBox="1"/>
          <p:nvPr/>
        </p:nvSpPr>
        <p:spPr>
          <a:xfrm>
            <a:off x="65107" y="247892"/>
            <a:ext cx="5486400" cy="1446550"/>
          </a:xfrm>
          <a:custGeom>
            <a:avLst/>
            <a:gdLst>
              <a:gd name="csX0" fmla="*/ 0 w 5486400"/>
              <a:gd name="csY0" fmla="*/ 0 h 1446550"/>
              <a:gd name="csX1" fmla="*/ 438912 w 5486400"/>
              <a:gd name="csY1" fmla="*/ 0 h 1446550"/>
              <a:gd name="csX2" fmla="*/ 1097280 w 5486400"/>
              <a:gd name="csY2" fmla="*/ 0 h 1446550"/>
              <a:gd name="csX3" fmla="*/ 1591056 w 5486400"/>
              <a:gd name="csY3" fmla="*/ 0 h 1446550"/>
              <a:gd name="csX4" fmla="*/ 2139696 w 5486400"/>
              <a:gd name="csY4" fmla="*/ 0 h 1446550"/>
              <a:gd name="csX5" fmla="*/ 2688336 w 5486400"/>
              <a:gd name="csY5" fmla="*/ 0 h 1446550"/>
              <a:gd name="csX6" fmla="*/ 3182112 w 5486400"/>
              <a:gd name="csY6" fmla="*/ 0 h 1446550"/>
              <a:gd name="csX7" fmla="*/ 3785616 w 5486400"/>
              <a:gd name="csY7" fmla="*/ 0 h 1446550"/>
              <a:gd name="csX8" fmla="*/ 4389120 w 5486400"/>
              <a:gd name="csY8" fmla="*/ 0 h 1446550"/>
              <a:gd name="csX9" fmla="*/ 4992624 w 5486400"/>
              <a:gd name="csY9" fmla="*/ 0 h 1446550"/>
              <a:gd name="csX10" fmla="*/ 5486400 w 5486400"/>
              <a:gd name="csY10" fmla="*/ 0 h 1446550"/>
              <a:gd name="csX11" fmla="*/ 5486400 w 5486400"/>
              <a:gd name="csY11" fmla="*/ 496649 h 1446550"/>
              <a:gd name="csX12" fmla="*/ 5486400 w 5486400"/>
              <a:gd name="csY12" fmla="*/ 1007763 h 1446550"/>
              <a:gd name="csX13" fmla="*/ 5486400 w 5486400"/>
              <a:gd name="csY13" fmla="*/ 1446550 h 1446550"/>
              <a:gd name="csX14" fmla="*/ 4882896 w 5486400"/>
              <a:gd name="csY14" fmla="*/ 1446550 h 1446550"/>
              <a:gd name="csX15" fmla="*/ 4224528 w 5486400"/>
              <a:gd name="csY15" fmla="*/ 1446550 h 1446550"/>
              <a:gd name="csX16" fmla="*/ 3621024 w 5486400"/>
              <a:gd name="csY16" fmla="*/ 1446550 h 1446550"/>
              <a:gd name="csX17" fmla="*/ 2962656 w 5486400"/>
              <a:gd name="csY17" fmla="*/ 1446550 h 1446550"/>
              <a:gd name="csX18" fmla="*/ 2359152 w 5486400"/>
              <a:gd name="csY18" fmla="*/ 1446550 h 1446550"/>
              <a:gd name="csX19" fmla="*/ 1865376 w 5486400"/>
              <a:gd name="csY19" fmla="*/ 1446550 h 1446550"/>
              <a:gd name="csX20" fmla="*/ 1481328 w 5486400"/>
              <a:gd name="csY20" fmla="*/ 1446550 h 1446550"/>
              <a:gd name="csX21" fmla="*/ 1042416 w 5486400"/>
              <a:gd name="csY21" fmla="*/ 1446550 h 1446550"/>
              <a:gd name="csX22" fmla="*/ 603504 w 5486400"/>
              <a:gd name="csY22" fmla="*/ 1446550 h 1446550"/>
              <a:gd name="csX23" fmla="*/ 0 w 5486400"/>
              <a:gd name="csY23" fmla="*/ 1446550 h 1446550"/>
              <a:gd name="csX24" fmla="*/ 0 w 5486400"/>
              <a:gd name="csY24" fmla="*/ 949901 h 1446550"/>
              <a:gd name="csX25" fmla="*/ 0 w 5486400"/>
              <a:gd name="csY25" fmla="*/ 482183 h 1446550"/>
              <a:gd name="csX26" fmla="*/ 0 w 5486400"/>
              <a:gd name="csY26" fmla="*/ 0 h 1446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486400" h="1446550" fill="none" extrusionOk="0">
                <a:moveTo>
                  <a:pt x="0" y="0"/>
                </a:moveTo>
                <a:cubicBezTo>
                  <a:pt x="119607" y="-30608"/>
                  <a:pt x="325066" y="15290"/>
                  <a:pt x="438912" y="0"/>
                </a:cubicBezTo>
                <a:cubicBezTo>
                  <a:pt x="552758" y="-15290"/>
                  <a:pt x="808550" y="16223"/>
                  <a:pt x="1097280" y="0"/>
                </a:cubicBezTo>
                <a:cubicBezTo>
                  <a:pt x="1386010" y="-16223"/>
                  <a:pt x="1409446" y="2900"/>
                  <a:pt x="1591056" y="0"/>
                </a:cubicBezTo>
                <a:cubicBezTo>
                  <a:pt x="1772666" y="-2900"/>
                  <a:pt x="2003850" y="60720"/>
                  <a:pt x="2139696" y="0"/>
                </a:cubicBezTo>
                <a:cubicBezTo>
                  <a:pt x="2275542" y="-60720"/>
                  <a:pt x="2565036" y="40941"/>
                  <a:pt x="2688336" y="0"/>
                </a:cubicBezTo>
                <a:cubicBezTo>
                  <a:pt x="2811636" y="-40941"/>
                  <a:pt x="3044566" y="28385"/>
                  <a:pt x="3182112" y="0"/>
                </a:cubicBezTo>
                <a:cubicBezTo>
                  <a:pt x="3319658" y="-28385"/>
                  <a:pt x="3518535" y="40386"/>
                  <a:pt x="3785616" y="0"/>
                </a:cubicBezTo>
                <a:cubicBezTo>
                  <a:pt x="4052697" y="-40386"/>
                  <a:pt x="4182912" y="22560"/>
                  <a:pt x="4389120" y="0"/>
                </a:cubicBezTo>
                <a:cubicBezTo>
                  <a:pt x="4595328" y="-22560"/>
                  <a:pt x="4752314" y="41182"/>
                  <a:pt x="4992624" y="0"/>
                </a:cubicBezTo>
                <a:cubicBezTo>
                  <a:pt x="5232934" y="-41182"/>
                  <a:pt x="5306864" y="23589"/>
                  <a:pt x="5486400" y="0"/>
                </a:cubicBezTo>
                <a:cubicBezTo>
                  <a:pt x="5535713" y="239068"/>
                  <a:pt x="5477013" y="325649"/>
                  <a:pt x="5486400" y="496649"/>
                </a:cubicBezTo>
                <a:cubicBezTo>
                  <a:pt x="5495787" y="667649"/>
                  <a:pt x="5465630" y="806060"/>
                  <a:pt x="5486400" y="1007763"/>
                </a:cubicBezTo>
                <a:cubicBezTo>
                  <a:pt x="5507170" y="1209466"/>
                  <a:pt x="5454061" y="1274183"/>
                  <a:pt x="5486400" y="1446550"/>
                </a:cubicBezTo>
                <a:cubicBezTo>
                  <a:pt x="5239128" y="1500102"/>
                  <a:pt x="5170916" y="1383536"/>
                  <a:pt x="4882896" y="1446550"/>
                </a:cubicBezTo>
                <a:cubicBezTo>
                  <a:pt x="4594876" y="1509564"/>
                  <a:pt x="4503229" y="1437845"/>
                  <a:pt x="4224528" y="1446550"/>
                </a:cubicBezTo>
                <a:cubicBezTo>
                  <a:pt x="3945827" y="1455255"/>
                  <a:pt x="3827172" y="1377369"/>
                  <a:pt x="3621024" y="1446550"/>
                </a:cubicBezTo>
                <a:cubicBezTo>
                  <a:pt x="3414876" y="1515731"/>
                  <a:pt x="3203498" y="1424808"/>
                  <a:pt x="2962656" y="1446550"/>
                </a:cubicBezTo>
                <a:cubicBezTo>
                  <a:pt x="2721814" y="1468292"/>
                  <a:pt x="2525097" y="1445966"/>
                  <a:pt x="2359152" y="1446550"/>
                </a:cubicBezTo>
                <a:cubicBezTo>
                  <a:pt x="2193207" y="1447134"/>
                  <a:pt x="2027449" y="1389918"/>
                  <a:pt x="1865376" y="1446550"/>
                </a:cubicBezTo>
                <a:cubicBezTo>
                  <a:pt x="1703303" y="1503182"/>
                  <a:pt x="1620099" y="1424678"/>
                  <a:pt x="1481328" y="1446550"/>
                </a:cubicBezTo>
                <a:cubicBezTo>
                  <a:pt x="1342557" y="1468422"/>
                  <a:pt x="1199578" y="1424993"/>
                  <a:pt x="1042416" y="1446550"/>
                </a:cubicBezTo>
                <a:cubicBezTo>
                  <a:pt x="885254" y="1468107"/>
                  <a:pt x="706189" y="1438915"/>
                  <a:pt x="603504" y="1446550"/>
                </a:cubicBezTo>
                <a:cubicBezTo>
                  <a:pt x="500819" y="1454185"/>
                  <a:pt x="250416" y="1412423"/>
                  <a:pt x="0" y="1446550"/>
                </a:cubicBezTo>
                <a:cubicBezTo>
                  <a:pt x="-3911" y="1234235"/>
                  <a:pt x="56633" y="1133319"/>
                  <a:pt x="0" y="949901"/>
                </a:cubicBezTo>
                <a:cubicBezTo>
                  <a:pt x="-56633" y="766483"/>
                  <a:pt x="22379" y="602458"/>
                  <a:pt x="0" y="482183"/>
                </a:cubicBezTo>
                <a:cubicBezTo>
                  <a:pt x="-22379" y="361908"/>
                  <a:pt x="49423" y="119182"/>
                  <a:pt x="0" y="0"/>
                </a:cubicBezTo>
                <a:close/>
              </a:path>
              <a:path w="5486400" h="1446550" stroke="0" extrusionOk="0">
                <a:moveTo>
                  <a:pt x="0" y="0"/>
                </a:moveTo>
                <a:cubicBezTo>
                  <a:pt x="157618" y="-69786"/>
                  <a:pt x="435875" y="17510"/>
                  <a:pt x="658368" y="0"/>
                </a:cubicBezTo>
                <a:cubicBezTo>
                  <a:pt x="880861" y="-17510"/>
                  <a:pt x="1065572" y="43818"/>
                  <a:pt x="1207008" y="0"/>
                </a:cubicBezTo>
                <a:cubicBezTo>
                  <a:pt x="1348444" y="-43818"/>
                  <a:pt x="1597167" y="62795"/>
                  <a:pt x="1755648" y="0"/>
                </a:cubicBezTo>
                <a:cubicBezTo>
                  <a:pt x="1914129" y="-62795"/>
                  <a:pt x="2034907" y="26751"/>
                  <a:pt x="2194560" y="0"/>
                </a:cubicBezTo>
                <a:cubicBezTo>
                  <a:pt x="2354213" y="-26751"/>
                  <a:pt x="2541082" y="37793"/>
                  <a:pt x="2633472" y="0"/>
                </a:cubicBezTo>
                <a:cubicBezTo>
                  <a:pt x="2725862" y="-37793"/>
                  <a:pt x="3038838" y="30489"/>
                  <a:pt x="3291840" y="0"/>
                </a:cubicBezTo>
                <a:cubicBezTo>
                  <a:pt x="3544842" y="-30489"/>
                  <a:pt x="3724853" y="17233"/>
                  <a:pt x="3840480" y="0"/>
                </a:cubicBezTo>
                <a:cubicBezTo>
                  <a:pt x="3956107" y="-17233"/>
                  <a:pt x="4170348" y="40835"/>
                  <a:pt x="4334256" y="0"/>
                </a:cubicBezTo>
                <a:cubicBezTo>
                  <a:pt x="4498164" y="-40835"/>
                  <a:pt x="4744795" y="51875"/>
                  <a:pt x="4937760" y="0"/>
                </a:cubicBezTo>
                <a:cubicBezTo>
                  <a:pt x="5130725" y="-51875"/>
                  <a:pt x="5335814" y="21927"/>
                  <a:pt x="5486400" y="0"/>
                </a:cubicBezTo>
                <a:cubicBezTo>
                  <a:pt x="5541098" y="146971"/>
                  <a:pt x="5470192" y="332540"/>
                  <a:pt x="5486400" y="467718"/>
                </a:cubicBezTo>
                <a:cubicBezTo>
                  <a:pt x="5502608" y="602896"/>
                  <a:pt x="5475089" y="726815"/>
                  <a:pt x="5486400" y="978832"/>
                </a:cubicBezTo>
                <a:cubicBezTo>
                  <a:pt x="5497711" y="1230849"/>
                  <a:pt x="5441724" y="1332543"/>
                  <a:pt x="5486400" y="1446550"/>
                </a:cubicBezTo>
                <a:cubicBezTo>
                  <a:pt x="5286990" y="1493730"/>
                  <a:pt x="5094706" y="1445867"/>
                  <a:pt x="4828032" y="1446550"/>
                </a:cubicBezTo>
                <a:cubicBezTo>
                  <a:pt x="4561358" y="1447233"/>
                  <a:pt x="4568310" y="1412768"/>
                  <a:pt x="4443984" y="1446550"/>
                </a:cubicBezTo>
                <a:cubicBezTo>
                  <a:pt x="4319658" y="1480332"/>
                  <a:pt x="4050219" y="1407461"/>
                  <a:pt x="3895344" y="1446550"/>
                </a:cubicBezTo>
                <a:cubicBezTo>
                  <a:pt x="3740469" y="1485639"/>
                  <a:pt x="3679557" y="1412211"/>
                  <a:pt x="3511296" y="1446550"/>
                </a:cubicBezTo>
                <a:cubicBezTo>
                  <a:pt x="3343035" y="1480889"/>
                  <a:pt x="3313174" y="1407016"/>
                  <a:pt x="3127248" y="1446550"/>
                </a:cubicBezTo>
                <a:cubicBezTo>
                  <a:pt x="2941322" y="1486084"/>
                  <a:pt x="2729819" y="1400691"/>
                  <a:pt x="2468880" y="1446550"/>
                </a:cubicBezTo>
                <a:cubicBezTo>
                  <a:pt x="2207941" y="1492409"/>
                  <a:pt x="2097029" y="1422887"/>
                  <a:pt x="1975104" y="1446550"/>
                </a:cubicBezTo>
                <a:cubicBezTo>
                  <a:pt x="1853179" y="1470213"/>
                  <a:pt x="1584629" y="1398755"/>
                  <a:pt x="1316736" y="1446550"/>
                </a:cubicBezTo>
                <a:cubicBezTo>
                  <a:pt x="1048843" y="1494345"/>
                  <a:pt x="966568" y="1434578"/>
                  <a:pt x="658368" y="1446550"/>
                </a:cubicBezTo>
                <a:cubicBezTo>
                  <a:pt x="350168" y="1458522"/>
                  <a:pt x="227282" y="1382863"/>
                  <a:pt x="0" y="1446550"/>
                </a:cubicBezTo>
                <a:cubicBezTo>
                  <a:pt x="-8760" y="1235966"/>
                  <a:pt x="7317" y="1092268"/>
                  <a:pt x="0" y="978832"/>
                </a:cubicBezTo>
                <a:cubicBezTo>
                  <a:pt x="-7317" y="865396"/>
                  <a:pt x="38128" y="621895"/>
                  <a:pt x="0" y="496649"/>
                </a:cubicBezTo>
                <a:cubicBezTo>
                  <a:pt x="-38128" y="371403"/>
                  <a:pt x="28227" y="145344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610582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Question 1: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In 2010, a TV cost £400. In 2012, it is reduced to £320. Calculate the percentage loss. </a:t>
            </a:r>
          </a:p>
        </p:txBody>
      </p:sp>
      <p:pic>
        <p:nvPicPr>
          <p:cNvPr id="6148" name="Picture 4" descr="Free Calculator Cliparts, Download Free Clip Art, Free Clip Art on Clipart  Library">
            <a:extLst>
              <a:ext uri="{FF2B5EF4-FFF2-40B4-BE49-F238E27FC236}">
                <a16:creationId xmlns:a16="http://schemas.microsoft.com/office/drawing/2014/main" id="{96F4FFCC-2AE7-4EC6-95C4-DB1167C3F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602" y="76243"/>
            <a:ext cx="479386" cy="54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8813E6-1A5D-4F67-8C76-3C0CF76769B8}"/>
              </a:ext>
            </a:extLst>
          </p:cNvPr>
          <p:cNvSpPr txBox="1"/>
          <p:nvPr/>
        </p:nvSpPr>
        <p:spPr>
          <a:xfrm>
            <a:off x="5689042" y="247892"/>
            <a:ext cx="6075494" cy="1446550"/>
          </a:xfrm>
          <a:custGeom>
            <a:avLst/>
            <a:gdLst>
              <a:gd name="csX0" fmla="*/ 0 w 6075494"/>
              <a:gd name="csY0" fmla="*/ 0 h 1446550"/>
              <a:gd name="csX1" fmla="*/ 430808 w 6075494"/>
              <a:gd name="csY1" fmla="*/ 0 h 1446550"/>
              <a:gd name="csX2" fmla="*/ 983125 w 6075494"/>
              <a:gd name="csY2" fmla="*/ 0 h 1446550"/>
              <a:gd name="csX3" fmla="*/ 1535443 w 6075494"/>
              <a:gd name="csY3" fmla="*/ 0 h 1446550"/>
              <a:gd name="csX4" fmla="*/ 2027006 w 6075494"/>
              <a:gd name="csY4" fmla="*/ 0 h 1446550"/>
              <a:gd name="csX5" fmla="*/ 2640078 w 6075494"/>
              <a:gd name="csY5" fmla="*/ 0 h 1446550"/>
              <a:gd name="csX6" fmla="*/ 3253151 w 6075494"/>
              <a:gd name="csY6" fmla="*/ 0 h 1446550"/>
              <a:gd name="csX7" fmla="*/ 3866223 w 6075494"/>
              <a:gd name="csY7" fmla="*/ 0 h 1446550"/>
              <a:gd name="csX8" fmla="*/ 4540051 w 6075494"/>
              <a:gd name="csY8" fmla="*/ 0 h 1446550"/>
              <a:gd name="csX9" fmla="*/ 5153124 w 6075494"/>
              <a:gd name="csY9" fmla="*/ 0 h 1446550"/>
              <a:gd name="csX10" fmla="*/ 5583931 w 6075494"/>
              <a:gd name="csY10" fmla="*/ 0 h 1446550"/>
              <a:gd name="csX11" fmla="*/ 6075494 w 6075494"/>
              <a:gd name="csY11" fmla="*/ 0 h 1446550"/>
              <a:gd name="csX12" fmla="*/ 6075494 w 6075494"/>
              <a:gd name="csY12" fmla="*/ 453252 h 1446550"/>
              <a:gd name="csX13" fmla="*/ 6075494 w 6075494"/>
              <a:gd name="csY13" fmla="*/ 892039 h 1446550"/>
              <a:gd name="csX14" fmla="*/ 6075494 w 6075494"/>
              <a:gd name="csY14" fmla="*/ 1446550 h 1446550"/>
              <a:gd name="csX15" fmla="*/ 5462421 w 6075494"/>
              <a:gd name="csY15" fmla="*/ 1446550 h 1446550"/>
              <a:gd name="csX16" fmla="*/ 4849349 w 6075494"/>
              <a:gd name="csY16" fmla="*/ 1446550 h 1446550"/>
              <a:gd name="csX17" fmla="*/ 4357786 w 6075494"/>
              <a:gd name="csY17" fmla="*/ 1446550 h 1446550"/>
              <a:gd name="csX18" fmla="*/ 3987733 w 6075494"/>
              <a:gd name="csY18" fmla="*/ 1446550 h 1446550"/>
              <a:gd name="csX19" fmla="*/ 3556926 w 6075494"/>
              <a:gd name="csY19" fmla="*/ 1446550 h 1446550"/>
              <a:gd name="csX20" fmla="*/ 3126118 w 6075494"/>
              <a:gd name="csY20" fmla="*/ 1446550 h 1446550"/>
              <a:gd name="csX21" fmla="*/ 2756065 w 6075494"/>
              <a:gd name="csY21" fmla="*/ 1446550 h 1446550"/>
              <a:gd name="csX22" fmla="*/ 2142992 w 6075494"/>
              <a:gd name="csY22" fmla="*/ 1446550 h 1446550"/>
              <a:gd name="csX23" fmla="*/ 1469165 w 6075494"/>
              <a:gd name="csY23" fmla="*/ 1446550 h 1446550"/>
              <a:gd name="csX24" fmla="*/ 1099112 w 6075494"/>
              <a:gd name="csY24" fmla="*/ 1446550 h 1446550"/>
              <a:gd name="csX25" fmla="*/ 0 w 6075494"/>
              <a:gd name="csY25" fmla="*/ 1446550 h 1446550"/>
              <a:gd name="csX26" fmla="*/ 0 w 6075494"/>
              <a:gd name="csY26" fmla="*/ 1007763 h 1446550"/>
              <a:gd name="csX27" fmla="*/ 0 w 6075494"/>
              <a:gd name="csY27" fmla="*/ 511114 h 1446550"/>
              <a:gd name="csX28" fmla="*/ 0 w 6075494"/>
              <a:gd name="csY28" fmla="*/ 0 h 1446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6075494" h="1446550" fill="none" extrusionOk="0">
                <a:moveTo>
                  <a:pt x="0" y="0"/>
                </a:moveTo>
                <a:cubicBezTo>
                  <a:pt x="95534" y="-47044"/>
                  <a:pt x="279192" y="11254"/>
                  <a:pt x="430808" y="0"/>
                </a:cubicBezTo>
                <a:cubicBezTo>
                  <a:pt x="582424" y="-11254"/>
                  <a:pt x="720063" y="42426"/>
                  <a:pt x="983125" y="0"/>
                </a:cubicBezTo>
                <a:cubicBezTo>
                  <a:pt x="1246187" y="-42426"/>
                  <a:pt x="1360094" y="57781"/>
                  <a:pt x="1535443" y="0"/>
                </a:cubicBezTo>
                <a:cubicBezTo>
                  <a:pt x="1710792" y="-57781"/>
                  <a:pt x="1853104" y="20773"/>
                  <a:pt x="2027006" y="0"/>
                </a:cubicBezTo>
                <a:cubicBezTo>
                  <a:pt x="2200908" y="-20773"/>
                  <a:pt x="2475679" y="15196"/>
                  <a:pt x="2640078" y="0"/>
                </a:cubicBezTo>
                <a:cubicBezTo>
                  <a:pt x="2804477" y="-15196"/>
                  <a:pt x="2951308" y="50190"/>
                  <a:pt x="3253151" y="0"/>
                </a:cubicBezTo>
                <a:cubicBezTo>
                  <a:pt x="3554994" y="-50190"/>
                  <a:pt x="3665812" y="70943"/>
                  <a:pt x="3866223" y="0"/>
                </a:cubicBezTo>
                <a:cubicBezTo>
                  <a:pt x="4066634" y="-70943"/>
                  <a:pt x="4275354" y="65673"/>
                  <a:pt x="4540051" y="0"/>
                </a:cubicBezTo>
                <a:cubicBezTo>
                  <a:pt x="4804748" y="-65673"/>
                  <a:pt x="4913337" y="48639"/>
                  <a:pt x="5153124" y="0"/>
                </a:cubicBezTo>
                <a:cubicBezTo>
                  <a:pt x="5392911" y="-48639"/>
                  <a:pt x="5445746" y="47130"/>
                  <a:pt x="5583931" y="0"/>
                </a:cubicBezTo>
                <a:cubicBezTo>
                  <a:pt x="5722116" y="-47130"/>
                  <a:pt x="5881491" y="47786"/>
                  <a:pt x="6075494" y="0"/>
                </a:cubicBezTo>
                <a:cubicBezTo>
                  <a:pt x="6090648" y="185545"/>
                  <a:pt x="6071459" y="295480"/>
                  <a:pt x="6075494" y="453252"/>
                </a:cubicBezTo>
                <a:cubicBezTo>
                  <a:pt x="6079529" y="611024"/>
                  <a:pt x="6053796" y="702222"/>
                  <a:pt x="6075494" y="892039"/>
                </a:cubicBezTo>
                <a:cubicBezTo>
                  <a:pt x="6097192" y="1081856"/>
                  <a:pt x="6018231" y="1231396"/>
                  <a:pt x="6075494" y="1446550"/>
                </a:cubicBezTo>
                <a:cubicBezTo>
                  <a:pt x="5932275" y="1452105"/>
                  <a:pt x="5611623" y="1432890"/>
                  <a:pt x="5462421" y="1446550"/>
                </a:cubicBezTo>
                <a:cubicBezTo>
                  <a:pt x="5313219" y="1460210"/>
                  <a:pt x="5126442" y="1418870"/>
                  <a:pt x="4849349" y="1446550"/>
                </a:cubicBezTo>
                <a:cubicBezTo>
                  <a:pt x="4572256" y="1474230"/>
                  <a:pt x="4502080" y="1442732"/>
                  <a:pt x="4357786" y="1446550"/>
                </a:cubicBezTo>
                <a:cubicBezTo>
                  <a:pt x="4213492" y="1450368"/>
                  <a:pt x="4134988" y="1408351"/>
                  <a:pt x="3987733" y="1446550"/>
                </a:cubicBezTo>
                <a:cubicBezTo>
                  <a:pt x="3840478" y="1484749"/>
                  <a:pt x="3708919" y="1403188"/>
                  <a:pt x="3556926" y="1446550"/>
                </a:cubicBezTo>
                <a:cubicBezTo>
                  <a:pt x="3404933" y="1489912"/>
                  <a:pt x="3335033" y="1397930"/>
                  <a:pt x="3126118" y="1446550"/>
                </a:cubicBezTo>
                <a:cubicBezTo>
                  <a:pt x="2917203" y="1495170"/>
                  <a:pt x="2874341" y="1422038"/>
                  <a:pt x="2756065" y="1446550"/>
                </a:cubicBezTo>
                <a:cubicBezTo>
                  <a:pt x="2637789" y="1471062"/>
                  <a:pt x="2348048" y="1425814"/>
                  <a:pt x="2142992" y="1446550"/>
                </a:cubicBezTo>
                <a:cubicBezTo>
                  <a:pt x="1937936" y="1467286"/>
                  <a:pt x="1730253" y="1416893"/>
                  <a:pt x="1469165" y="1446550"/>
                </a:cubicBezTo>
                <a:cubicBezTo>
                  <a:pt x="1208077" y="1476207"/>
                  <a:pt x="1242010" y="1431778"/>
                  <a:pt x="1099112" y="1446550"/>
                </a:cubicBezTo>
                <a:cubicBezTo>
                  <a:pt x="956214" y="1461322"/>
                  <a:pt x="391088" y="1402028"/>
                  <a:pt x="0" y="1446550"/>
                </a:cubicBezTo>
                <a:cubicBezTo>
                  <a:pt x="-49493" y="1255996"/>
                  <a:pt x="13176" y="1147376"/>
                  <a:pt x="0" y="1007763"/>
                </a:cubicBezTo>
                <a:cubicBezTo>
                  <a:pt x="-13176" y="868150"/>
                  <a:pt x="57170" y="750607"/>
                  <a:pt x="0" y="511114"/>
                </a:cubicBezTo>
                <a:cubicBezTo>
                  <a:pt x="-57170" y="271621"/>
                  <a:pt x="886" y="151023"/>
                  <a:pt x="0" y="0"/>
                </a:cubicBezTo>
                <a:close/>
              </a:path>
              <a:path w="6075494" h="1446550" stroke="0" extrusionOk="0">
                <a:moveTo>
                  <a:pt x="0" y="0"/>
                </a:moveTo>
                <a:cubicBezTo>
                  <a:pt x="227029" y="-66086"/>
                  <a:pt x="470560" y="57664"/>
                  <a:pt x="673828" y="0"/>
                </a:cubicBezTo>
                <a:cubicBezTo>
                  <a:pt x="877096" y="-57664"/>
                  <a:pt x="1091040" y="28912"/>
                  <a:pt x="1226145" y="0"/>
                </a:cubicBezTo>
                <a:cubicBezTo>
                  <a:pt x="1361250" y="-28912"/>
                  <a:pt x="1509050" y="49790"/>
                  <a:pt x="1778463" y="0"/>
                </a:cubicBezTo>
                <a:cubicBezTo>
                  <a:pt x="2047876" y="-49790"/>
                  <a:pt x="2082804" y="19057"/>
                  <a:pt x="2209271" y="0"/>
                </a:cubicBezTo>
                <a:cubicBezTo>
                  <a:pt x="2335738" y="-19057"/>
                  <a:pt x="2436199" y="7129"/>
                  <a:pt x="2640078" y="0"/>
                </a:cubicBezTo>
                <a:cubicBezTo>
                  <a:pt x="2843957" y="-7129"/>
                  <a:pt x="3144940" y="51638"/>
                  <a:pt x="3313906" y="0"/>
                </a:cubicBezTo>
                <a:cubicBezTo>
                  <a:pt x="3482872" y="-51638"/>
                  <a:pt x="3740152" y="38274"/>
                  <a:pt x="3866223" y="0"/>
                </a:cubicBezTo>
                <a:cubicBezTo>
                  <a:pt x="3992294" y="-38274"/>
                  <a:pt x="4214764" y="37707"/>
                  <a:pt x="4357786" y="0"/>
                </a:cubicBezTo>
                <a:cubicBezTo>
                  <a:pt x="4500808" y="-37707"/>
                  <a:pt x="4724905" y="42698"/>
                  <a:pt x="4970859" y="0"/>
                </a:cubicBezTo>
                <a:cubicBezTo>
                  <a:pt x="5216813" y="-42698"/>
                  <a:pt x="5155912" y="14647"/>
                  <a:pt x="5340912" y="0"/>
                </a:cubicBezTo>
                <a:cubicBezTo>
                  <a:pt x="5525912" y="-14647"/>
                  <a:pt x="5792947" y="18570"/>
                  <a:pt x="6075494" y="0"/>
                </a:cubicBezTo>
                <a:cubicBezTo>
                  <a:pt x="6115255" y="213743"/>
                  <a:pt x="6034630" y="338166"/>
                  <a:pt x="6075494" y="438787"/>
                </a:cubicBezTo>
                <a:cubicBezTo>
                  <a:pt x="6116358" y="539408"/>
                  <a:pt x="6025574" y="791248"/>
                  <a:pt x="6075494" y="949901"/>
                </a:cubicBezTo>
                <a:cubicBezTo>
                  <a:pt x="6125414" y="1108554"/>
                  <a:pt x="6060494" y="1227887"/>
                  <a:pt x="6075494" y="1446550"/>
                </a:cubicBezTo>
                <a:cubicBezTo>
                  <a:pt x="5970511" y="1470961"/>
                  <a:pt x="5835532" y="1428519"/>
                  <a:pt x="5705441" y="1446550"/>
                </a:cubicBezTo>
                <a:cubicBezTo>
                  <a:pt x="5575350" y="1464581"/>
                  <a:pt x="5379733" y="1417243"/>
                  <a:pt x="5153124" y="1446550"/>
                </a:cubicBezTo>
                <a:cubicBezTo>
                  <a:pt x="4926515" y="1475857"/>
                  <a:pt x="4965910" y="1422475"/>
                  <a:pt x="4783071" y="1446550"/>
                </a:cubicBezTo>
                <a:cubicBezTo>
                  <a:pt x="4600232" y="1470625"/>
                  <a:pt x="4496619" y="1438224"/>
                  <a:pt x="4413018" y="1446550"/>
                </a:cubicBezTo>
                <a:cubicBezTo>
                  <a:pt x="4329417" y="1454876"/>
                  <a:pt x="3875459" y="1388014"/>
                  <a:pt x="3739190" y="1446550"/>
                </a:cubicBezTo>
                <a:cubicBezTo>
                  <a:pt x="3602921" y="1505086"/>
                  <a:pt x="3486973" y="1435886"/>
                  <a:pt x="3247628" y="1446550"/>
                </a:cubicBezTo>
                <a:cubicBezTo>
                  <a:pt x="3008283" y="1457214"/>
                  <a:pt x="2712108" y="1418677"/>
                  <a:pt x="2573800" y="1446550"/>
                </a:cubicBezTo>
                <a:cubicBezTo>
                  <a:pt x="2435492" y="1474423"/>
                  <a:pt x="2196284" y="1443484"/>
                  <a:pt x="1899973" y="1446550"/>
                </a:cubicBezTo>
                <a:cubicBezTo>
                  <a:pt x="1603662" y="1449616"/>
                  <a:pt x="1471872" y="1405245"/>
                  <a:pt x="1286900" y="1446550"/>
                </a:cubicBezTo>
                <a:cubicBezTo>
                  <a:pt x="1101928" y="1487855"/>
                  <a:pt x="932152" y="1432922"/>
                  <a:pt x="795337" y="1446550"/>
                </a:cubicBezTo>
                <a:cubicBezTo>
                  <a:pt x="658522" y="1460178"/>
                  <a:pt x="204778" y="1385169"/>
                  <a:pt x="0" y="1446550"/>
                </a:cubicBezTo>
                <a:cubicBezTo>
                  <a:pt x="-45689" y="1207410"/>
                  <a:pt x="28227" y="1095245"/>
                  <a:pt x="0" y="949901"/>
                </a:cubicBezTo>
                <a:cubicBezTo>
                  <a:pt x="-28227" y="804557"/>
                  <a:pt x="36450" y="664265"/>
                  <a:pt x="0" y="496649"/>
                </a:cubicBezTo>
                <a:cubicBezTo>
                  <a:pt x="-36450" y="329033"/>
                  <a:pt x="876" y="137500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610582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Question 2: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 necklace costs £120. Due to popular demand, it increases in price to £300. Work out the percentage increase. </a:t>
            </a:r>
          </a:p>
        </p:txBody>
      </p:sp>
      <p:pic>
        <p:nvPicPr>
          <p:cNvPr id="10" name="Picture 4" descr="Free Calculator Cliparts, Download Free Clip Art, Free Clip Art on Clipart  Library">
            <a:extLst>
              <a:ext uri="{FF2B5EF4-FFF2-40B4-BE49-F238E27FC236}">
                <a16:creationId xmlns:a16="http://schemas.microsoft.com/office/drawing/2014/main" id="{E0D562DA-B610-4190-B2A1-D0FE12AE4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4844" y="76243"/>
            <a:ext cx="479386" cy="54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4FCE59-6F5A-424C-AF36-D20C6A11DFE9}"/>
              </a:ext>
            </a:extLst>
          </p:cNvPr>
          <p:cNvSpPr txBox="1"/>
          <p:nvPr/>
        </p:nvSpPr>
        <p:spPr>
          <a:xfrm>
            <a:off x="65107" y="3236419"/>
            <a:ext cx="5486400" cy="1446550"/>
          </a:xfrm>
          <a:custGeom>
            <a:avLst/>
            <a:gdLst>
              <a:gd name="csX0" fmla="*/ 0 w 5486400"/>
              <a:gd name="csY0" fmla="*/ 0 h 1446550"/>
              <a:gd name="csX1" fmla="*/ 438912 w 5486400"/>
              <a:gd name="csY1" fmla="*/ 0 h 1446550"/>
              <a:gd name="csX2" fmla="*/ 1097280 w 5486400"/>
              <a:gd name="csY2" fmla="*/ 0 h 1446550"/>
              <a:gd name="csX3" fmla="*/ 1591056 w 5486400"/>
              <a:gd name="csY3" fmla="*/ 0 h 1446550"/>
              <a:gd name="csX4" fmla="*/ 2139696 w 5486400"/>
              <a:gd name="csY4" fmla="*/ 0 h 1446550"/>
              <a:gd name="csX5" fmla="*/ 2688336 w 5486400"/>
              <a:gd name="csY5" fmla="*/ 0 h 1446550"/>
              <a:gd name="csX6" fmla="*/ 3182112 w 5486400"/>
              <a:gd name="csY6" fmla="*/ 0 h 1446550"/>
              <a:gd name="csX7" fmla="*/ 3785616 w 5486400"/>
              <a:gd name="csY7" fmla="*/ 0 h 1446550"/>
              <a:gd name="csX8" fmla="*/ 4389120 w 5486400"/>
              <a:gd name="csY8" fmla="*/ 0 h 1446550"/>
              <a:gd name="csX9" fmla="*/ 4992624 w 5486400"/>
              <a:gd name="csY9" fmla="*/ 0 h 1446550"/>
              <a:gd name="csX10" fmla="*/ 5486400 w 5486400"/>
              <a:gd name="csY10" fmla="*/ 0 h 1446550"/>
              <a:gd name="csX11" fmla="*/ 5486400 w 5486400"/>
              <a:gd name="csY11" fmla="*/ 496649 h 1446550"/>
              <a:gd name="csX12" fmla="*/ 5486400 w 5486400"/>
              <a:gd name="csY12" fmla="*/ 1007763 h 1446550"/>
              <a:gd name="csX13" fmla="*/ 5486400 w 5486400"/>
              <a:gd name="csY13" fmla="*/ 1446550 h 1446550"/>
              <a:gd name="csX14" fmla="*/ 4882896 w 5486400"/>
              <a:gd name="csY14" fmla="*/ 1446550 h 1446550"/>
              <a:gd name="csX15" fmla="*/ 4224528 w 5486400"/>
              <a:gd name="csY15" fmla="*/ 1446550 h 1446550"/>
              <a:gd name="csX16" fmla="*/ 3621024 w 5486400"/>
              <a:gd name="csY16" fmla="*/ 1446550 h 1446550"/>
              <a:gd name="csX17" fmla="*/ 2962656 w 5486400"/>
              <a:gd name="csY17" fmla="*/ 1446550 h 1446550"/>
              <a:gd name="csX18" fmla="*/ 2359152 w 5486400"/>
              <a:gd name="csY18" fmla="*/ 1446550 h 1446550"/>
              <a:gd name="csX19" fmla="*/ 1865376 w 5486400"/>
              <a:gd name="csY19" fmla="*/ 1446550 h 1446550"/>
              <a:gd name="csX20" fmla="*/ 1481328 w 5486400"/>
              <a:gd name="csY20" fmla="*/ 1446550 h 1446550"/>
              <a:gd name="csX21" fmla="*/ 1042416 w 5486400"/>
              <a:gd name="csY21" fmla="*/ 1446550 h 1446550"/>
              <a:gd name="csX22" fmla="*/ 603504 w 5486400"/>
              <a:gd name="csY22" fmla="*/ 1446550 h 1446550"/>
              <a:gd name="csX23" fmla="*/ 0 w 5486400"/>
              <a:gd name="csY23" fmla="*/ 1446550 h 1446550"/>
              <a:gd name="csX24" fmla="*/ 0 w 5486400"/>
              <a:gd name="csY24" fmla="*/ 949901 h 1446550"/>
              <a:gd name="csX25" fmla="*/ 0 w 5486400"/>
              <a:gd name="csY25" fmla="*/ 482183 h 1446550"/>
              <a:gd name="csX26" fmla="*/ 0 w 5486400"/>
              <a:gd name="csY26" fmla="*/ 0 h 1446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486400" h="1446550" fill="none" extrusionOk="0">
                <a:moveTo>
                  <a:pt x="0" y="0"/>
                </a:moveTo>
                <a:cubicBezTo>
                  <a:pt x="119607" y="-30608"/>
                  <a:pt x="325066" y="15290"/>
                  <a:pt x="438912" y="0"/>
                </a:cubicBezTo>
                <a:cubicBezTo>
                  <a:pt x="552758" y="-15290"/>
                  <a:pt x="808550" y="16223"/>
                  <a:pt x="1097280" y="0"/>
                </a:cubicBezTo>
                <a:cubicBezTo>
                  <a:pt x="1386010" y="-16223"/>
                  <a:pt x="1409446" y="2900"/>
                  <a:pt x="1591056" y="0"/>
                </a:cubicBezTo>
                <a:cubicBezTo>
                  <a:pt x="1772666" y="-2900"/>
                  <a:pt x="2003850" y="60720"/>
                  <a:pt x="2139696" y="0"/>
                </a:cubicBezTo>
                <a:cubicBezTo>
                  <a:pt x="2275542" y="-60720"/>
                  <a:pt x="2565036" y="40941"/>
                  <a:pt x="2688336" y="0"/>
                </a:cubicBezTo>
                <a:cubicBezTo>
                  <a:pt x="2811636" y="-40941"/>
                  <a:pt x="3044566" y="28385"/>
                  <a:pt x="3182112" y="0"/>
                </a:cubicBezTo>
                <a:cubicBezTo>
                  <a:pt x="3319658" y="-28385"/>
                  <a:pt x="3518535" y="40386"/>
                  <a:pt x="3785616" y="0"/>
                </a:cubicBezTo>
                <a:cubicBezTo>
                  <a:pt x="4052697" y="-40386"/>
                  <a:pt x="4182912" y="22560"/>
                  <a:pt x="4389120" y="0"/>
                </a:cubicBezTo>
                <a:cubicBezTo>
                  <a:pt x="4595328" y="-22560"/>
                  <a:pt x="4752314" y="41182"/>
                  <a:pt x="4992624" y="0"/>
                </a:cubicBezTo>
                <a:cubicBezTo>
                  <a:pt x="5232934" y="-41182"/>
                  <a:pt x="5306864" y="23589"/>
                  <a:pt x="5486400" y="0"/>
                </a:cubicBezTo>
                <a:cubicBezTo>
                  <a:pt x="5535713" y="239068"/>
                  <a:pt x="5477013" y="325649"/>
                  <a:pt x="5486400" y="496649"/>
                </a:cubicBezTo>
                <a:cubicBezTo>
                  <a:pt x="5495787" y="667649"/>
                  <a:pt x="5465630" y="806060"/>
                  <a:pt x="5486400" y="1007763"/>
                </a:cubicBezTo>
                <a:cubicBezTo>
                  <a:pt x="5507170" y="1209466"/>
                  <a:pt x="5454061" y="1274183"/>
                  <a:pt x="5486400" y="1446550"/>
                </a:cubicBezTo>
                <a:cubicBezTo>
                  <a:pt x="5239128" y="1500102"/>
                  <a:pt x="5170916" y="1383536"/>
                  <a:pt x="4882896" y="1446550"/>
                </a:cubicBezTo>
                <a:cubicBezTo>
                  <a:pt x="4594876" y="1509564"/>
                  <a:pt x="4503229" y="1437845"/>
                  <a:pt x="4224528" y="1446550"/>
                </a:cubicBezTo>
                <a:cubicBezTo>
                  <a:pt x="3945827" y="1455255"/>
                  <a:pt x="3827172" y="1377369"/>
                  <a:pt x="3621024" y="1446550"/>
                </a:cubicBezTo>
                <a:cubicBezTo>
                  <a:pt x="3414876" y="1515731"/>
                  <a:pt x="3203498" y="1424808"/>
                  <a:pt x="2962656" y="1446550"/>
                </a:cubicBezTo>
                <a:cubicBezTo>
                  <a:pt x="2721814" y="1468292"/>
                  <a:pt x="2525097" y="1445966"/>
                  <a:pt x="2359152" y="1446550"/>
                </a:cubicBezTo>
                <a:cubicBezTo>
                  <a:pt x="2193207" y="1447134"/>
                  <a:pt x="2027449" y="1389918"/>
                  <a:pt x="1865376" y="1446550"/>
                </a:cubicBezTo>
                <a:cubicBezTo>
                  <a:pt x="1703303" y="1503182"/>
                  <a:pt x="1620099" y="1424678"/>
                  <a:pt x="1481328" y="1446550"/>
                </a:cubicBezTo>
                <a:cubicBezTo>
                  <a:pt x="1342557" y="1468422"/>
                  <a:pt x="1199578" y="1424993"/>
                  <a:pt x="1042416" y="1446550"/>
                </a:cubicBezTo>
                <a:cubicBezTo>
                  <a:pt x="885254" y="1468107"/>
                  <a:pt x="706189" y="1438915"/>
                  <a:pt x="603504" y="1446550"/>
                </a:cubicBezTo>
                <a:cubicBezTo>
                  <a:pt x="500819" y="1454185"/>
                  <a:pt x="250416" y="1412423"/>
                  <a:pt x="0" y="1446550"/>
                </a:cubicBezTo>
                <a:cubicBezTo>
                  <a:pt x="-3911" y="1234235"/>
                  <a:pt x="56633" y="1133319"/>
                  <a:pt x="0" y="949901"/>
                </a:cubicBezTo>
                <a:cubicBezTo>
                  <a:pt x="-56633" y="766483"/>
                  <a:pt x="22379" y="602458"/>
                  <a:pt x="0" y="482183"/>
                </a:cubicBezTo>
                <a:cubicBezTo>
                  <a:pt x="-22379" y="361908"/>
                  <a:pt x="49423" y="119182"/>
                  <a:pt x="0" y="0"/>
                </a:cubicBezTo>
                <a:close/>
              </a:path>
              <a:path w="5486400" h="1446550" stroke="0" extrusionOk="0">
                <a:moveTo>
                  <a:pt x="0" y="0"/>
                </a:moveTo>
                <a:cubicBezTo>
                  <a:pt x="157618" y="-69786"/>
                  <a:pt x="435875" y="17510"/>
                  <a:pt x="658368" y="0"/>
                </a:cubicBezTo>
                <a:cubicBezTo>
                  <a:pt x="880861" y="-17510"/>
                  <a:pt x="1065572" y="43818"/>
                  <a:pt x="1207008" y="0"/>
                </a:cubicBezTo>
                <a:cubicBezTo>
                  <a:pt x="1348444" y="-43818"/>
                  <a:pt x="1597167" y="62795"/>
                  <a:pt x="1755648" y="0"/>
                </a:cubicBezTo>
                <a:cubicBezTo>
                  <a:pt x="1914129" y="-62795"/>
                  <a:pt x="2034907" y="26751"/>
                  <a:pt x="2194560" y="0"/>
                </a:cubicBezTo>
                <a:cubicBezTo>
                  <a:pt x="2354213" y="-26751"/>
                  <a:pt x="2541082" y="37793"/>
                  <a:pt x="2633472" y="0"/>
                </a:cubicBezTo>
                <a:cubicBezTo>
                  <a:pt x="2725862" y="-37793"/>
                  <a:pt x="3038838" y="30489"/>
                  <a:pt x="3291840" y="0"/>
                </a:cubicBezTo>
                <a:cubicBezTo>
                  <a:pt x="3544842" y="-30489"/>
                  <a:pt x="3724853" y="17233"/>
                  <a:pt x="3840480" y="0"/>
                </a:cubicBezTo>
                <a:cubicBezTo>
                  <a:pt x="3956107" y="-17233"/>
                  <a:pt x="4170348" y="40835"/>
                  <a:pt x="4334256" y="0"/>
                </a:cubicBezTo>
                <a:cubicBezTo>
                  <a:pt x="4498164" y="-40835"/>
                  <a:pt x="4744795" y="51875"/>
                  <a:pt x="4937760" y="0"/>
                </a:cubicBezTo>
                <a:cubicBezTo>
                  <a:pt x="5130725" y="-51875"/>
                  <a:pt x="5335814" y="21927"/>
                  <a:pt x="5486400" y="0"/>
                </a:cubicBezTo>
                <a:cubicBezTo>
                  <a:pt x="5541098" y="146971"/>
                  <a:pt x="5470192" y="332540"/>
                  <a:pt x="5486400" y="467718"/>
                </a:cubicBezTo>
                <a:cubicBezTo>
                  <a:pt x="5502608" y="602896"/>
                  <a:pt x="5475089" y="726815"/>
                  <a:pt x="5486400" y="978832"/>
                </a:cubicBezTo>
                <a:cubicBezTo>
                  <a:pt x="5497711" y="1230849"/>
                  <a:pt x="5441724" y="1332543"/>
                  <a:pt x="5486400" y="1446550"/>
                </a:cubicBezTo>
                <a:cubicBezTo>
                  <a:pt x="5286990" y="1493730"/>
                  <a:pt x="5094706" y="1445867"/>
                  <a:pt x="4828032" y="1446550"/>
                </a:cubicBezTo>
                <a:cubicBezTo>
                  <a:pt x="4561358" y="1447233"/>
                  <a:pt x="4568310" y="1412768"/>
                  <a:pt x="4443984" y="1446550"/>
                </a:cubicBezTo>
                <a:cubicBezTo>
                  <a:pt x="4319658" y="1480332"/>
                  <a:pt x="4050219" y="1407461"/>
                  <a:pt x="3895344" y="1446550"/>
                </a:cubicBezTo>
                <a:cubicBezTo>
                  <a:pt x="3740469" y="1485639"/>
                  <a:pt x="3679557" y="1412211"/>
                  <a:pt x="3511296" y="1446550"/>
                </a:cubicBezTo>
                <a:cubicBezTo>
                  <a:pt x="3343035" y="1480889"/>
                  <a:pt x="3313174" y="1407016"/>
                  <a:pt x="3127248" y="1446550"/>
                </a:cubicBezTo>
                <a:cubicBezTo>
                  <a:pt x="2941322" y="1486084"/>
                  <a:pt x="2729819" y="1400691"/>
                  <a:pt x="2468880" y="1446550"/>
                </a:cubicBezTo>
                <a:cubicBezTo>
                  <a:pt x="2207941" y="1492409"/>
                  <a:pt x="2097029" y="1422887"/>
                  <a:pt x="1975104" y="1446550"/>
                </a:cubicBezTo>
                <a:cubicBezTo>
                  <a:pt x="1853179" y="1470213"/>
                  <a:pt x="1584629" y="1398755"/>
                  <a:pt x="1316736" y="1446550"/>
                </a:cubicBezTo>
                <a:cubicBezTo>
                  <a:pt x="1048843" y="1494345"/>
                  <a:pt x="966568" y="1434578"/>
                  <a:pt x="658368" y="1446550"/>
                </a:cubicBezTo>
                <a:cubicBezTo>
                  <a:pt x="350168" y="1458522"/>
                  <a:pt x="227282" y="1382863"/>
                  <a:pt x="0" y="1446550"/>
                </a:cubicBezTo>
                <a:cubicBezTo>
                  <a:pt x="-8760" y="1235966"/>
                  <a:pt x="7317" y="1092268"/>
                  <a:pt x="0" y="978832"/>
                </a:cubicBezTo>
                <a:cubicBezTo>
                  <a:pt x="-7317" y="865396"/>
                  <a:pt x="38128" y="621895"/>
                  <a:pt x="0" y="496649"/>
                </a:cubicBezTo>
                <a:cubicBezTo>
                  <a:pt x="-38128" y="371403"/>
                  <a:pt x="28227" y="145344"/>
                  <a:pt x="0" y="0"/>
                </a:cubicBez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610582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Question 3: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In a sale, the price of a clock is reduced from £32 to £27.20. Work out the percentage reduction.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BB2EDA-0E47-468B-84E5-EB8AB9DBA5F7}"/>
              </a:ext>
            </a:extLst>
          </p:cNvPr>
          <p:cNvSpPr txBox="1"/>
          <p:nvPr/>
        </p:nvSpPr>
        <p:spPr>
          <a:xfrm>
            <a:off x="5689042" y="3235876"/>
            <a:ext cx="6198157" cy="1785104"/>
          </a:xfrm>
          <a:custGeom>
            <a:avLst/>
            <a:gdLst>
              <a:gd name="csX0" fmla="*/ 0 w 6198157"/>
              <a:gd name="csY0" fmla="*/ 0 h 1785104"/>
              <a:gd name="csX1" fmla="*/ 439506 w 6198157"/>
              <a:gd name="csY1" fmla="*/ 0 h 1785104"/>
              <a:gd name="csX2" fmla="*/ 1002974 w 6198157"/>
              <a:gd name="csY2" fmla="*/ 0 h 1785104"/>
              <a:gd name="csX3" fmla="*/ 1566443 w 6198157"/>
              <a:gd name="csY3" fmla="*/ 0 h 1785104"/>
              <a:gd name="csX4" fmla="*/ 2067931 w 6198157"/>
              <a:gd name="csY4" fmla="*/ 0 h 1785104"/>
              <a:gd name="csX5" fmla="*/ 2693381 w 6198157"/>
              <a:gd name="csY5" fmla="*/ 0 h 1785104"/>
              <a:gd name="csX6" fmla="*/ 3318831 w 6198157"/>
              <a:gd name="csY6" fmla="*/ 0 h 1785104"/>
              <a:gd name="csX7" fmla="*/ 3944282 w 6198157"/>
              <a:gd name="csY7" fmla="*/ 0 h 1785104"/>
              <a:gd name="csX8" fmla="*/ 4631714 w 6198157"/>
              <a:gd name="csY8" fmla="*/ 0 h 1785104"/>
              <a:gd name="csX9" fmla="*/ 5257164 w 6198157"/>
              <a:gd name="csY9" fmla="*/ 0 h 1785104"/>
              <a:gd name="csX10" fmla="*/ 5696670 w 6198157"/>
              <a:gd name="csY10" fmla="*/ 0 h 1785104"/>
              <a:gd name="csX11" fmla="*/ 6198157 w 6198157"/>
              <a:gd name="csY11" fmla="*/ 0 h 1785104"/>
              <a:gd name="csX12" fmla="*/ 6198157 w 6198157"/>
              <a:gd name="csY12" fmla="*/ 559333 h 1785104"/>
              <a:gd name="csX13" fmla="*/ 6198157 w 6198157"/>
              <a:gd name="csY13" fmla="*/ 1100814 h 1785104"/>
              <a:gd name="csX14" fmla="*/ 6198157 w 6198157"/>
              <a:gd name="csY14" fmla="*/ 1785104 h 1785104"/>
              <a:gd name="csX15" fmla="*/ 5572707 w 6198157"/>
              <a:gd name="csY15" fmla="*/ 1785104 h 1785104"/>
              <a:gd name="csX16" fmla="*/ 4947256 w 6198157"/>
              <a:gd name="csY16" fmla="*/ 1785104 h 1785104"/>
              <a:gd name="csX17" fmla="*/ 4445769 w 6198157"/>
              <a:gd name="csY17" fmla="*/ 1785104 h 1785104"/>
              <a:gd name="csX18" fmla="*/ 4068245 w 6198157"/>
              <a:gd name="csY18" fmla="*/ 1785104 h 1785104"/>
              <a:gd name="csX19" fmla="*/ 3628739 w 6198157"/>
              <a:gd name="csY19" fmla="*/ 1785104 h 1785104"/>
              <a:gd name="csX20" fmla="*/ 3189234 w 6198157"/>
              <a:gd name="csY20" fmla="*/ 1785104 h 1785104"/>
              <a:gd name="csX21" fmla="*/ 2811709 w 6198157"/>
              <a:gd name="csY21" fmla="*/ 1785104 h 1785104"/>
              <a:gd name="csX22" fmla="*/ 2186259 w 6198157"/>
              <a:gd name="csY22" fmla="*/ 1785104 h 1785104"/>
              <a:gd name="csX23" fmla="*/ 1498827 w 6198157"/>
              <a:gd name="csY23" fmla="*/ 1785104 h 1785104"/>
              <a:gd name="csX24" fmla="*/ 1121303 w 6198157"/>
              <a:gd name="csY24" fmla="*/ 1785104 h 1785104"/>
              <a:gd name="csX25" fmla="*/ 0 w 6198157"/>
              <a:gd name="csY25" fmla="*/ 1785104 h 1785104"/>
              <a:gd name="csX26" fmla="*/ 0 w 6198157"/>
              <a:gd name="csY26" fmla="*/ 1243622 h 1785104"/>
              <a:gd name="csX27" fmla="*/ 0 w 6198157"/>
              <a:gd name="csY27" fmla="*/ 630737 h 1785104"/>
              <a:gd name="csX28" fmla="*/ 0 w 6198157"/>
              <a:gd name="csY28" fmla="*/ 0 h 17851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6198157" h="1785104" fill="none" extrusionOk="0">
                <a:moveTo>
                  <a:pt x="0" y="0"/>
                </a:moveTo>
                <a:cubicBezTo>
                  <a:pt x="169248" y="-28326"/>
                  <a:pt x="309324" y="47437"/>
                  <a:pt x="439506" y="0"/>
                </a:cubicBezTo>
                <a:cubicBezTo>
                  <a:pt x="569688" y="-47437"/>
                  <a:pt x="807017" y="11194"/>
                  <a:pt x="1002974" y="0"/>
                </a:cubicBezTo>
                <a:cubicBezTo>
                  <a:pt x="1198931" y="-11194"/>
                  <a:pt x="1395030" y="5353"/>
                  <a:pt x="1566443" y="0"/>
                </a:cubicBezTo>
                <a:cubicBezTo>
                  <a:pt x="1737856" y="-5353"/>
                  <a:pt x="1893890" y="20815"/>
                  <a:pt x="2067931" y="0"/>
                </a:cubicBezTo>
                <a:cubicBezTo>
                  <a:pt x="2241972" y="-20815"/>
                  <a:pt x="2394591" y="13338"/>
                  <a:pt x="2693381" y="0"/>
                </a:cubicBezTo>
                <a:cubicBezTo>
                  <a:pt x="2992171" y="-13338"/>
                  <a:pt x="3192894" y="37602"/>
                  <a:pt x="3318831" y="0"/>
                </a:cubicBezTo>
                <a:cubicBezTo>
                  <a:pt x="3444768" y="-37602"/>
                  <a:pt x="3794715" y="37947"/>
                  <a:pt x="3944282" y="0"/>
                </a:cubicBezTo>
                <a:cubicBezTo>
                  <a:pt x="4093849" y="-37947"/>
                  <a:pt x="4461280" y="29101"/>
                  <a:pt x="4631714" y="0"/>
                </a:cubicBezTo>
                <a:cubicBezTo>
                  <a:pt x="4802148" y="-29101"/>
                  <a:pt x="4978193" y="39306"/>
                  <a:pt x="5257164" y="0"/>
                </a:cubicBezTo>
                <a:cubicBezTo>
                  <a:pt x="5536135" y="-39306"/>
                  <a:pt x="5503045" y="837"/>
                  <a:pt x="5696670" y="0"/>
                </a:cubicBezTo>
                <a:cubicBezTo>
                  <a:pt x="5890295" y="-837"/>
                  <a:pt x="6064172" y="13373"/>
                  <a:pt x="6198157" y="0"/>
                </a:cubicBezTo>
                <a:cubicBezTo>
                  <a:pt x="6218802" y="143323"/>
                  <a:pt x="6167285" y="415155"/>
                  <a:pt x="6198157" y="559333"/>
                </a:cubicBezTo>
                <a:cubicBezTo>
                  <a:pt x="6229029" y="703511"/>
                  <a:pt x="6150460" y="929569"/>
                  <a:pt x="6198157" y="1100814"/>
                </a:cubicBezTo>
                <a:cubicBezTo>
                  <a:pt x="6245854" y="1272059"/>
                  <a:pt x="6197485" y="1548088"/>
                  <a:pt x="6198157" y="1785104"/>
                </a:cubicBezTo>
                <a:cubicBezTo>
                  <a:pt x="6013157" y="1814589"/>
                  <a:pt x="5720249" y="1712350"/>
                  <a:pt x="5572707" y="1785104"/>
                </a:cubicBezTo>
                <a:cubicBezTo>
                  <a:pt x="5425165" y="1857858"/>
                  <a:pt x="5226692" y="1776941"/>
                  <a:pt x="4947256" y="1785104"/>
                </a:cubicBezTo>
                <a:cubicBezTo>
                  <a:pt x="4667820" y="1793267"/>
                  <a:pt x="4655981" y="1738934"/>
                  <a:pt x="4445769" y="1785104"/>
                </a:cubicBezTo>
                <a:cubicBezTo>
                  <a:pt x="4235557" y="1831274"/>
                  <a:pt x="4187381" y="1769972"/>
                  <a:pt x="4068245" y="1785104"/>
                </a:cubicBezTo>
                <a:cubicBezTo>
                  <a:pt x="3949109" y="1800236"/>
                  <a:pt x="3835079" y="1766352"/>
                  <a:pt x="3628739" y="1785104"/>
                </a:cubicBezTo>
                <a:cubicBezTo>
                  <a:pt x="3422399" y="1803856"/>
                  <a:pt x="3298410" y="1740454"/>
                  <a:pt x="3189234" y="1785104"/>
                </a:cubicBezTo>
                <a:cubicBezTo>
                  <a:pt x="3080058" y="1829754"/>
                  <a:pt x="2949175" y="1740903"/>
                  <a:pt x="2811709" y="1785104"/>
                </a:cubicBezTo>
                <a:cubicBezTo>
                  <a:pt x="2674243" y="1829305"/>
                  <a:pt x="2437625" y="1740859"/>
                  <a:pt x="2186259" y="1785104"/>
                </a:cubicBezTo>
                <a:cubicBezTo>
                  <a:pt x="1934893" y="1829349"/>
                  <a:pt x="1656764" y="1781567"/>
                  <a:pt x="1498827" y="1785104"/>
                </a:cubicBezTo>
                <a:cubicBezTo>
                  <a:pt x="1340890" y="1788641"/>
                  <a:pt x="1277921" y="1757582"/>
                  <a:pt x="1121303" y="1785104"/>
                </a:cubicBezTo>
                <a:cubicBezTo>
                  <a:pt x="964685" y="1812626"/>
                  <a:pt x="406360" y="1778938"/>
                  <a:pt x="0" y="1785104"/>
                </a:cubicBezTo>
                <a:cubicBezTo>
                  <a:pt x="-36833" y="1642200"/>
                  <a:pt x="17555" y="1386056"/>
                  <a:pt x="0" y="1243622"/>
                </a:cubicBezTo>
                <a:cubicBezTo>
                  <a:pt x="-17555" y="1101188"/>
                  <a:pt x="26713" y="853771"/>
                  <a:pt x="0" y="630737"/>
                </a:cubicBezTo>
                <a:cubicBezTo>
                  <a:pt x="-26713" y="407704"/>
                  <a:pt x="71574" y="168198"/>
                  <a:pt x="0" y="0"/>
                </a:cubicBezTo>
                <a:close/>
              </a:path>
              <a:path w="6198157" h="1785104" stroke="0" extrusionOk="0">
                <a:moveTo>
                  <a:pt x="0" y="0"/>
                </a:moveTo>
                <a:cubicBezTo>
                  <a:pt x="236510" y="-77632"/>
                  <a:pt x="437838" y="27899"/>
                  <a:pt x="687432" y="0"/>
                </a:cubicBezTo>
                <a:cubicBezTo>
                  <a:pt x="937026" y="-27899"/>
                  <a:pt x="1122797" y="15189"/>
                  <a:pt x="1250901" y="0"/>
                </a:cubicBezTo>
                <a:cubicBezTo>
                  <a:pt x="1379005" y="-15189"/>
                  <a:pt x="1594911" y="10508"/>
                  <a:pt x="1814370" y="0"/>
                </a:cubicBezTo>
                <a:cubicBezTo>
                  <a:pt x="2033829" y="-10508"/>
                  <a:pt x="2146343" y="2747"/>
                  <a:pt x="2253875" y="0"/>
                </a:cubicBezTo>
                <a:cubicBezTo>
                  <a:pt x="2361408" y="-2747"/>
                  <a:pt x="2575462" y="15359"/>
                  <a:pt x="2693381" y="0"/>
                </a:cubicBezTo>
                <a:cubicBezTo>
                  <a:pt x="2811300" y="-15359"/>
                  <a:pt x="3204115" y="33807"/>
                  <a:pt x="3380813" y="0"/>
                </a:cubicBezTo>
                <a:cubicBezTo>
                  <a:pt x="3557511" y="-33807"/>
                  <a:pt x="3778986" y="17765"/>
                  <a:pt x="3944282" y="0"/>
                </a:cubicBezTo>
                <a:cubicBezTo>
                  <a:pt x="4109578" y="-17765"/>
                  <a:pt x="4305762" y="14839"/>
                  <a:pt x="4445769" y="0"/>
                </a:cubicBezTo>
                <a:cubicBezTo>
                  <a:pt x="4585776" y="-14839"/>
                  <a:pt x="4768358" y="45331"/>
                  <a:pt x="5071219" y="0"/>
                </a:cubicBezTo>
                <a:cubicBezTo>
                  <a:pt x="5374080" y="-45331"/>
                  <a:pt x="5310583" y="20950"/>
                  <a:pt x="5448743" y="0"/>
                </a:cubicBezTo>
                <a:cubicBezTo>
                  <a:pt x="5586903" y="-20950"/>
                  <a:pt x="5866274" y="54980"/>
                  <a:pt x="6198157" y="0"/>
                </a:cubicBezTo>
                <a:cubicBezTo>
                  <a:pt x="6249501" y="218955"/>
                  <a:pt x="6177382" y="378573"/>
                  <a:pt x="6198157" y="541482"/>
                </a:cubicBezTo>
                <a:cubicBezTo>
                  <a:pt x="6218932" y="704391"/>
                  <a:pt x="6185670" y="861089"/>
                  <a:pt x="6198157" y="1172218"/>
                </a:cubicBezTo>
                <a:cubicBezTo>
                  <a:pt x="6210644" y="1483347"/>
                  <a:pt x="6180621" y="1636244"/>
                  <a:pt x="6198157" y="1785104"/>
                </a:cubicBezTo>
                <a:cubicBezTo>
                  <a:pt x="6053531" y="1789555"/>
                  <a:pt x="5913634" y="1745230"/>
                  <a:pt x="5820633" y="1785104"/>
                </a:cubicBezTo>
                <a:cubicBezTo>
                  <a:pt x="5727632" y="1824978"/>
                  <a:pt x="5505608" y="1737579"/>
                  <a:pt x="5257164" y="1785104"/>
                </a:cubicBezTo>
                <a:cubicBezTo>
                  <a:pt x="5008720" y="1832629"/>
                  <a:pt x="5051123" y="1783499"/>
                  <a:pt x="4879640" y="1785104"/>
                </a:cubicBezTo>
                <a:cubicBezTo>
                  <a:pt x="4708157" y="1786709"/>
                  <a:pt x="4627094" y="1749162"/>
                  <a:pt x="4502116" y="1785104"/>
                </a:cubicBezTo>
                <a:cubicBezTo>
                  <a:pt x="4377138" y="1821046"/>
                  <a:pt x="4104091" y="1737232"/>
                  <a:pt x="3814684" y="1785104"/>
                </a:cubicBezTo>
                <a:cubicBezTo>
                  <a:pt x="3525277" y="1832976"/>
                  <a:pt x="3504414" y="1754625"/>
                  <a:pt x="3313197" y="1785104"/>
                </a:cubicBezTo>
                <a:cubicBezTo>
                  <a:pt x="3121980" y="1815583"/>
                  <a:pt x="2774913" y="1734786"/>
                  <a:pt x="2625765" y="1785104"/>
                </a:cubicBezTo>
                <a:cubicBezTo>
                  <a:pt x="2476617" y="1835422"/>
                  <a:pt x="2230420" y="1746417"/>
                  <a:pt x="1938333" y="1785104"/>
                </a:cubicBezTo>
                <a:cubicBezTo>
                  <a:pt x="1646246" y="1823791"/>
                  <a:pt x="1536541" y="1758105"/>
                  <a:pt x="1312882" y="1785104"/>
                </a:cubicBezTo>
                <a:cubicBezTo>
                  <a:pt x="1089223" y="1812103"/>
                  <a:pt x="1055634" y="1738217"/>
                  <a:pt x="811395" y="1785104"/>
                </a:cubicBezTo>
                <a:cubicBezTo>
                  <a:pt x="567156" y="1831991"/>
                  <a:pt x="314259" y="1776342"/>
                  <a:pt x="0" y="1785104"/>
                </a:cubicBezTo>
                <a:cubicBezTo>
                  <a:pt x="-57101" y="1637464"/>
                  <a:pt x="48516" y="1369900"/>
                  <a:pt x="0" y="1172218"/>
                </a:cubicBezTo>
                <a:cubicBezTo>
                  <a:pt x="-48516" y="974536"/>
                  <a:pt x="21374" y="812012"/>
                  <a:pt x="0" y="612886"/>
                </a:cubicBezTo>
                <a:cubicBezTo>
                  <a:pt x="-21374" y="413760"/>
                  <a:pt x="45258" y="270928"/>
                  <a:pt x="0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6610582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Question 4: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Mr Smith buys a house for £320000. Five years later the value of the house has increased to £360000. Work out the percentage increase in the value of the house. </a:t>
            </a:r>
          </a:p>
        </p:txBody>
      </p:sp>
      <p:pic>
        <p:nvPicPr>
          <p:cNvPr id="13" name="Picture 4" descr="Free Calculator Cliparts, Download Free Clip Art, Free Clip Art on Clipart  Library">
            <a:extLst>
              <a:ext uri="{FF2B5EF4-FFF2-40B4-BE49-F238E27FC236}">
                <a16:creationId xmlns:a16="http://schemas.microsoft.com/office/drawing/2014/main" id="{EE428DFF-35DA-4959-9D8F-1FC620CC1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4844" y="2961941"/>
            <a:ext cx="479386" cy="54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D204E0-0F37-4860-9D8E-D8B21ABF76E6}"/>
                  </a:ext>
                </a:extLst>
              </p:cNvPr>
              <p:cNvSpPr txBox="1"/>
              <p:nvPr/>
            </p:nvSpPr>
            <p:spPr>
              <a:xfrm>
                <a:off x="751572" y="1948575"/>
                <a:ext cx="2377274" cy="742126"/>
              </a:xfrm>
              <a:custGeom>
                <a:avLst/>
                <a:gdLst>
                  <a:gd name="csX0" fmla="*/ 0 w 2377274"/>
                  <a:gd name="csY0" fmla="*/ 0 h 742126"/>
                  <a:gd name="csX1" fmla="*/ 594319 w 2377274"/>
                  <a:gd name="csY1" fmla="*/ 0 h 742126"/>
                  <a:gd name="csX2" fmla="*/ 1236182 w 2377274"/>
                  <a:gd name="csY2" fmla="*/ 0 h 742126"/>
                  <a:gd name="csX3" fmla="*/ 2377274 w 2377274"/>
                  <a:gd name="csY3" fmla="*/ 0 h 742126"/>
                  <a:gd name="csX4" fmla="*/ 2377274 w 2377274"/>
                  <a:gd name="csY4" fmla="*/ 348799 h 742126"/>
                  <a:gd name="csX5" fmla="*/ 2377274 w 2377274"/>
                  <a:gd name="csY5" fmla="*/ 742126 h 742126"/>
                  <a:gd name="csX6" fmla="*/ 1806728 w 2377274"/>
                  <a:gd name="csY6" fmla="*/ 742126 h 742126"/>
                  <a:gd name="csX7" fmla="*/ 1236182 w 2377274"/>
                  <a:gd name="csY7" fmla="*/ 742126 h 742126"/>
                  <a:gd name="csX8" fmla="*/ 618091 w 2377274"/>
                  <a:gd name="csY8" fmla="*/ 742126 h 742126"/>
                  <a:gd name="csX9" fmla="*/ 0 w 2377274"/>
                  <a:gd name="csY9" fmla="*/ 742126 h 742126"/>
                  <a:gd name="csX10" fmla="*/ 0 w 2377274"/>
                  <a:gd name="csY10" fmla="*/ 371063 h 742126"/>
                  <a:gd name="csX11" fmla="*/ 0 w 2377274"/>
                  <a:gd name="csY11" fmla="*/ 0 h 7421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377274" h="742126" extrusionOk="0">
                    <a:moveTo>
                      <a:pt x="0" y="0"/>
                    </a:moveTo>
                    <a:cubicBezTo>
                      <a:pt x="168638" y="-28470"/>
                      <a:pt x="328053" y="19193"/>
                      <a:pt x="594319" y="0"/>
                    </a:cubicBezTo>
                    <a:cubicBezTo>
                      <a:pt x="860585" y="-19193"/>
                      <a:pt x="1034325" y="62105"/>
                      <a:pt x="1236182" y="0"/>
                    </a:cubicBezTo>
                    <a:cubicBezTo>
                      <a:pt x="1438039" y="-62105"/>
                      <a:pt x="1931289" y="27516"/>
                      <a:pt x="2377274" y="0"/>
                    </a:cubicBezTo>
                    <a:cubicBezTo>
                      <a:pt x="2394391" y="115615"/>
                      <a:pt x="2367337" y="224968"/>
                      <a:pt x="2377274" y="348799"/>
                    </a:cubicBezTo>
                    <a:cubicBezTo>
                      <a:pt x="2387211" y="472630"/>
                      <a:pt x="2343139" y="631485"/>
                      <a:pt x="2377274" y="742126"/>
                    </a:cubicBezTo>
                    <a:cubicBezTo>
                      <a:pt x="2141117" y="793015"/>
                      <a:pt x="1984690" y="724267"/>
                      <a:pt x="1806728" y="742126"/>
                    </a:cubicBezTo>
                    <a:cubicBezTo>
                      <a:pt x="1628766" y="759985"/>
                      <a:pt x="1411843" y="680356"/>
                      <a:pt x="1236182" y="742126"/>
                    </a:cubicBezTo>
                    <a:cubicBezTo>
                      <a:pt x="1060521" y="803896"/>
                      <a:pt x="760520" y="712900"/>
                      <a:pt x="618091" y="742126"/>
                    </a:cubicBezTo>
                    <a:cubicBezTo>
                      <a:pt x="475662" y="771352"/>
                      <a:pt x="171994" y="700636"/>
                      <a:pt x="0" y="742126"/>
                    </a:cubicBezTo>
                    <a:cubicBezTo>
                      <a:pt x="-38522" y="593897"/>
                      <a:pt x="1771" y="532277"/>
                      <a:pt x="0" y="371063"/>
                    </a:cubicBezTo>
                    <a:cubicBezTo>
                      <a:pt x="-1771" y="209849"/>
                      <a:pt x="41873" y="174048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80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400</m:t>
                          </m:r>
                        </m:den>
                      </m:f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×100</m:t>
                      </m:r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D204E0-0F37-4860-9D8E-D8B21ABF7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72" y="1948575"/>
                <a:ext cx="2377274" cy="7421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2377274"/>
                          <a:gd name="connsiteY0" fmla="*/ 0 h 742126"/>
                          <a:gd name="connsiteX1" fmla="*/ 594319 w 2377274"/>
                          <a:gd name="connsiteY1" fmla="*/ 0 h 742126"/>
                          <a:gd name="connsiteX2" fmla="*/ 1236182 w 2377274"/>
                          <a:gd name="connsiteY2" fmla="*/ 0 h 742126"/>
                          <a:gd name="connsiteX3" fmla="*/ 2377274 w 2377274"/>
                          <a:gd name="connsiteY3" fmla="*/ 0 h 742126"/>
                          <a:gd name="connsiteX4" fmla="*/ 2377274 w 2377274"/>
                          <a:gd name="connsiteY4" fmla="*/ 348799 h 742126"/>
                          <a:gd name="connsiteX5" fmla="*/ 2377274 w 2377274"/>
                          <a:gd name="connsiteY5" fmla="*/ 742126 h 742126"/>
                          <a:gd name="connsiteX6" fmla="*/ 1806728 w 2377274"/>
                          <a:gd name="connsiteY6" fmla="*/ 742126 h 742126"/>
                          <a:gd name="connsiteX7" fmla="*/ 1236182 w 2377274"/>
                          <a:gd name="connsiteY7" fmla="*/ 742126 h 742126"/>
                          <a:gd name="connsiteX8" fmla="*/ 618091 w 2377274"/>
                          <a:gd name="connsiteY8" fmla="*/ 742126 h 742126"/>
                          <a:gd name="connsiteX9" fmla="*/ 0 w 2377274"/>
                          <a:gd name="connsiteY9" fmla="*/ 742126 h 742126"/>
                          <a:gd name="connsiteX10" fmla="*/ 0 w 2377274"/>
                          <a:gd name="connsiteY10" fmla="*/ 371063 h 742126"/>
                          <a:gd name="connsiteX11" fmla="*/ 0 w 2377274"/>
                          <a:gd name="connsiteY11" fmla="*/ 0 h 7421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2377274" h="742126" extrusionOk="0">
                            <a:moveTo>
                              <a:pt x="0" y="0"/>
                            </a:moveTo>
                            <a:cubicBezTo>
                              <a:pt x="168638" y="-28470"/>
                              <a:pt x="328053" y="19193"/>
                              <a:pt x="594319" y="0"/>
                            </a:cubicBezTo>
                            <a:cubicBezTo>
                              <a:pt x="860585" y="-19193"/>
                              <a:pt x="1034325" y="62105"/>
                              <a:pt x="1236182" y="0"/>
                            </a:cubicBezTo>
                            <a:cubicBezTo>
                              <a:pt x="1438039" y="-62105"/>
                              <a:pt x="1931289" y="27516"/>
                              <a:pt x="2377274" y="0"/>
                            </a:cubicBezTo>
                            <a:cubicBezTo>
                              <a:pt x="2394391" y="115615"/>
                              <a:pt x="2367337" y="224968"/>
                              <a:pt x="2377274" y="348799"/>
                            </a:cubicBezTo>
                            <a:cubicBezTo>
                              <a:pt x="2387211" y="472630"/>
                              <a:pt x="2343139" y="631485"/>
                              <a:pt x="2377274" y="742126"/>
                            </a:cubicBezTo>
                            <a:cubicBezTo>
                              <a:pt x="2141117" y="793015"/>
                              <a:pt x="1984690" y="724267"/>
                              <a:pt x="1806728" y="742126"/>
                            </a:cubicBezTo>
                            <a:cubicBezTo>
                              <a:pt x="1628766" y="759985"/>
                              <a:pt x="1411843" y="680356"/>
                              <a:pt x="1236182" y="742126"/>
                            </a:cubicBezTo>
                            <a:cubicBezTo>
                              <a:pt x="1060521" y="803896"/>
                              <a:pt x="760520" y="712900"/>
                              <a:pt x="618091" y="742126"/>
                            </a:cubicBezTo>
                            <a:cubicBezTo>
                              <a:pt x="475662" y="771352"/>
                              <a:pt x="171994" y="700636"/>
                              <a:pt x="0" y="742126"/>
                            </a:cubicBezTo>
                            <a:cubicBezTo>
                              <a:pt x="-38522" y="593897"/>
                              <a:pt x="1771" y="532277"/>
                              <a:pt x="0" y="371063"/>
                            </a:cubicBezTo>
                            <a:cubicBezTo>
                              <a:pt x="-1771" y="209849"/>
                              <a:pt x="41873" y="17404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23965AD6-3172-4EFC-8253-878054D3E5F8}"/>
              </a:ext>
            </a:extLst>
          </p:cNvPr>
          <p:cNvSpPr txBox="1"/>
          <p:nvPr/>
        </p:nvSpPr>
        <p:spPr>
          <a:xfrm>
            <a:off x="2818162" y="2104194"/>
            <a:ext cx="1107067" cy="430887"/>
          </a:xfrm>
          <a:custGeom>
            <a:avLst/>
            <a:gdLst>
              <a:gd name="csX0" fmla="*/ 0 w 1107067"/>
              <a:gd name="csY0" fmla="*/ 0 h 430887"/>
              <a:gd name="csX1" fmla="*/ 553534 w 1107067"/>
              <a:gd name="csY1" fmla="*/ 0 h 430887"/>
              <a:gd name="csX2" fmla="*/ 1107067 w 1107067"/>
              <a:gd name="csY2" fmla="*/ 0 h 430887"/>
              <a:gd name="csX3" fmla="*/ 1107067 w 1107067"/>
              <a:gd name="csY3" fmla="*/ 430887 h 430887"/>
              <a:gd name="csX4" fmla="*/ 564604 w 1107067"/>
              <a:gd name="csY4" fmla="*/ 430887 h 430887"/>
              <a:gd name="csX5" fmla="*/ 0 w 1107067"/>
              <a:gd name="csY5" fmla="*/ 430887 h 430887"/>
              <a:gd name="csX6" fmla="*/ 0 w 1107067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07067" h="430887" extrusionOk="0">
                <a:moveTo>
                  <a:pt x="0" y="0"/>
                </a:moveTo>
                <a:cubicBezTo>
                  <a:pt x="256855" y="-50310"/>
                  <a:pt x="419047" y="45918"/>
                  <a:pt x="553534" y="0"/>
                </a:cubicBezTo>
                <a:cubicBezTo>
                  <a:pt x="688021" y="-45918"/>
                  <a:pt x="886417" y="28265"/>
                  <a:pt x="1107067" y="0"/>
                </a:cubicBezTo>
                <a:cubicBezTo>
                  <a:pt x="1124837" y="184179"/>
                  <a:pt x="1103237" y="253949"/>
                  <a:pt x="1107067" y="430887"/>
                </a:cubicBezTo>
                <a:cubicBezTo>
                  <a:pt x="952227" y="468816"/>
                  <a:pt x="717856" y="419904"/>
                  <a:pt x="564604" y="430887"/>
                </a:cubicBezTo>
                <a:cubicBezTo>
                  <a:pt x="411352" y="441870"/>
                  <a:pt x="163056" y="400310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20%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DD986AF-7A0B-4535-AFA7-FC7539097583}"/>
                  </a:ext>
                </a:extLst>
              </p:cNvPr>
              <p:cNvSpPr txBox="1"/>
              <p:nvPr/>
            </p:nvSpPr>
            <p:spPr>
              <a:xfrm>
                <a:off x="6753714" y="1985720"/>
                <a:ext cx="2377274" cy="742126"/>
              </a:xfrm>
              <a:custGeom>
                <a:avLst/>
                <a:gdLst>
                  <a:gd name="csX0" fmla="*/ 0 w 2377274"/>
                  <a:gd name="csY0" fmla="*/ 0 h 742126"/>
                  <a:gd name="csX1" fmla="*/ 594319 w 2377274"/>
                  <a:gd name="csY1" fmla="*/ 0 h 742126"/>
                  <a:gd name="csX2" fmla="*/ 1236182 w 2377274"/>
                  <a:gd name="csY2" fmla="*/ 0 h 742126"/>
                  <a:gd name="csX3" fmla="*/ 2377274 w 2377274"/>
                  <a:gd name="csY3" fmla="*/ 0 h 742126"/>
                  <a:gd name="csX4" fmla="*/ 2377274 w 2377274"/>
                  <a:gd name="csY4" fmla="*/ 348799 h 742126"/>
                  <a:gd name="csX5" fmla="*/ 2377274 w 2377274"/>
                  <a:gd name="csY5" fmla="*/ 742126 h 742126"/>
                  <a:gd name="csX6" fmla="*/ 1806728 w 2377274"/>
                  <a:gd name="csY6" fmla="*/ 742126 h 742126"/>
                  <a:gd name="csX7" fmla="*/ 1236182 w 2377274"/>
                  <a:gd name="csY7" fmla="*/ 742126 h 742126"/>
                  <a:gd name="csX8" fmla="*/ 618091 w 2377274"/>
                  <a:gd name="csY8" fmla="*/ 742126 h 742126"/>
                  <a:gd name="csX9" fmla="*/ 0 w 2377274"/>
                  <a:gd name="csY9" fmla="*/ 742126 h 742126"/>
                  <a:gd name="csX10" fmla="*/ 0 w 2377274"/>
                  <a:gd name="csY10" fmla="*/ 371063 h 742126"/>
                  <a:gd name="csX11" fmla="*/ 0 w 2377274"/>
                  <a:gd name="csY11" fmla="*/ 0 h 7421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377274" h="742126" extrusionOk="0">
                    <a:moveTo>
                      <a:pt x="0" y="0"/>
                    </a:moveTo>
                    <a:cubicBezTo>
                      <a:pt x="168638" y="-28470"/>
                      <a:pt x="328053" y="19193"/>
                      <a:pt x="594319" y="0"/>
                    </a:cubicBezTo>
                    <a:cubicBezTo>
                      <a:pt x="860585" y="-19193"/>
                      <a:pt x="1034325" y="62105"/>
                      <a:pt x="1236182" y="0"/>
                    </a:cubicBezTo>
                    <a:cubicBezTo>
                      <a:pt x="1438039" y="-62105"/>
                      <a:pt x="1931289" y="27516"/>
                      <a:pt x="2377274" y="0"/>
                    </a:cubicBezTo>
                    <a:cubicBezTo>
                      <a:pt x="2394391" y="115615"/>
                      <a:pt x="2367337" y="224968"/>
                      <a:pt x="2377274" y="348799"/>
                    </a:cubicBezTo>
                    <a:cubicBezTo>
                      <a:pt x="2387211" y="472630"/>
                      <a:pt x="2343139" y="631485"/>
                      <a:pt x="2377274" y="742126"/>
                    </a:cubicBezTo>
                    <a:cubicBezTo>
                      <a:pt x="2141117" y="793015"/>
                      <a:pt x="1984690" y="724267"/>
                      <a:pt x="1806728" y="742126"/>
                    </a:cubicBezTo>
                    <a:cubicBezTo>
                      <a:pt x="1628766" y="759985"/>
                      <a:pt x="1411843" y="680356"/>
                      <a:pt x="1236182" y="742126"/>
                    </a:cubicBezTo>
                    <a:cubicBezTo>
                      <a:pt x="1060521" y="803896"/>
                      <a:pt x="760520" y="712900"/>
                      <a:pt x="618091" y="742126"/>
                    </a:cubicBezTo>
                    <a:cubicBezTo>
                      <a:pt x="475662" y="771352"/>
                      <a:pt x="171994" y="700636"/>
                      <a:pt x="0" y="742126"/>
                    </a:cubicBezTo>
                    <a:cubicBezTo>
                      <a:pt x="-38522" y="593897"/>
                      <a:pt x="1771" y="532277"/>
                      <a:pt x="0" y="371063"/>
                    </a:cubicBezTo>
                    <a:cubicBezTo>
                      <a:pt x="-1771" y="209849"/>
                      <a:pt x="41873" y="174048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180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120</m:t>
                          </m:r>
                        </m:den>
                      </m:f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×100</m:t>
                      </m:r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DD986AF-7A0B-4535-AFA7-FC7539097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714" y="1985720"/>
                <a:ext cx="2377274" cy="7421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2377274"/>
                          <a:gd name="connsiteY0" fmla="*/ 0 h 742126"/>
                          <a:gd name="connsiteX1" fmla="*/ 594319 w 2377274"/>
                          <a:gd name="connsiteY1" fmla="*/ 0 h 742126"/>
                          <a:gd name="connsiteX2" fmla="*/ 1236182 w 2377274"/>
                          <a:gd name="connsiteY2" fmla="*/ 0 h 742126"/>
                          <a:gd name="connsiteX3" fmla="*/ 2377274 w 2377274"/>
                          <a:gd name="connsiteY3" fmla="*/ 0 h 742126"/>
                          <a:gd name="connsiteX4" fmla="*/ 2377274 w 2377274"/>
                          <a:gd name="connsiteY4" fmla="*/ 348799 h 742126"/>
                          <a:gd name="connsiteX5" fmla="*/ 2377274 w 2377274"/>
                          <a:gd name="connsiteY5" fmla="*/ 742126 h 742126"/>
                          <a:gd name="connsiteX6" fmla="*/ 1806728 w 2377274"/>
                          <a:gd name="connsiteY6" fmla="*/ 742126 h 742126"/>
                          <a:gd name="connsiteX7" fmla="*/ 1236182 w 2377274"/>
                          <a:gd name="connsiteY7" fmla="*/ 742126 h 742126"/>
                          <a:gd name="connsiteX8" fmla="*/ 618091 w 2377274"/>
                          <a:gd name="connsiteY8" fmla="*/ 742126 h 742126"/>
                          <a:gd name="connsiteX9" fmla="*/ 0 w 2377274"/>
                          <a:gd name="connsiteY9" fmla="*/ 742126 h 742126"/>
                          <a:gd name="connsiteX10" fmla="*/ 0 w 2377274"/>
                          <a:gd name="connsiteY10" fmla="*/ 371063 h 742126"/>
                          <a:gd name="connsiteX11" fmla="*/ 0 w 2377274"/>
                          <a:gd name="connsiteY11" fmla="*/ 0 h 7421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2377274" h="742126" extrusionOk="0">
                            <a:moveTo>
                              <a:pt x="0" y="0"/>
                            </a:moveTo>
                            <a:cubicBezTo>
                              <a:pt x="168638" y="-28470"/>
                              <a:pt x="328053" y="19193"/>
                              <a:pt x="594319" y="0"/>
                            </a:cubicBezTo>
                            <a:cubicBezTo>
                              <a:pt x="860585" y="-19193"/>
                              <a:pt x="1034325" y="62105"/>
                              <a:pt x="1236182" y="0"/>
                            </a:cubicBezTo>
                            <a:cubicBezTo>
                              <a:pt x="1438039" y="-62105"/>
                              <a:pt x="1931289" y="27516"/>
                              <a:pt x="2377274" y="0"/>
                            </a:cubicBezTo>
                            <a:cubicBezTo>
                              <a:pt x="2394391" y="115615"/>
                              <a:pt x="2367337" y="224968"/>
                              <a:pt x="2377274" y="348799"/>
                            </a:cubicBezTo>
                            <a:cubicBezTo>
                              <a:pt x="2387211" y="472630"/>
                              <a:pt x="2343139" y="631485"/>
                              <a:pt x="2377274" y="742126"/>
                            </a:cubicBezTo>
                            <a:cubicBezTo>
                              <a:pt x="2141117" y="793015"/>
                              <a:pt x="1984690" y="724267"/>
                              <a:pt x="1806728" y="742126"/>
                            </a:cubicBezTo>
                            <a:cubicBezTo>
                              <a:pt x="1628766" y="759985"/>
                              <a:pt x="1411843" y="680356"/>
                              <a:pt x="1236182" y="742126"/>
                            </a:cubicBezTo>
                            <a:cubicBezTo>
                              <a:pt x="1060521" y="803896"/>
                              <a:pt x="760520" y="712900"/>
                              <a:pt x="618091" y="742126"/>
                            </a:cubicBezTo>
                            <a:cubicBezTo>
                              <a:pt x="475662" y="771352"/>
                              <a:pt x="171994" y="700636"/>
                              <a:pt x="0" y="742126"/>
                            </a:cubicBezTo>
                            <a:cubicBezTo>
                              <a:pt x="-38522" y="593897"/>
                              <a:pt x="1771" y="532277"/>
                              <a:pt x="0" y="371063"/>
                            </a:cubicBezTo>
                            <a:cubicBezTo>
                              <a:pt x="-1771" y="209849"/>
                              <a:pt x="41873" y="17404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DF901C3C-647F-4547-8BF5-EA688473AD5C}"/>
              </a:ext>
            </a:extLst>
          </p:cNvPr>
          <p:cNvSpPr txBox="1"/>
          <p:nvPr/>
        </p:nvSpPr>
        <p:spPr>
          <a:xfrm>
            <a:off x="8820304" y="2141339"/>
            <a:ext cx="1193491" cy="430887"/>
          </a:xfrm>
          <a:custGeom>
            <a:avLst/>
            <a:gdLst>
              <a:gd name="csX0" fmla="*/ 0 w 1193491"/>
              <a:gd name="csY0" fmla="*/ 0 h 430887"/>
              <a:gd name="csX1" fmla="*/ 596746 w 1193491"/>
              <a:gd name="csY1" fmla="*/ 0 h 430887"/>
              <a:gd name="csX2" fmla="*/ 1193491 w 1193491"/>
              <a:gd name="csY2" fmla="*/ 0 h 430887"/>
              <a:gd name="csX3" fmla="*/ 1193491 w 1193491"/>
              <a:gd name="csY3" fmla="*/ 430887 h 430887"/>
              <a:gd name="csX4" fmla="*/ 608680 w 1193491"/>
              <a:gd name="csY4" fmla="*/ 430887 h 430887"/>
              <a:gd name="csX5" fmla="*/ 0 w 1193491"/>
              <a:gd name="csY5" fmla="*/ 430887 h 430887"/>
              <a:gd name="csX6" fmla="*/ 0 w 1193491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3491" h="430887" extrusionOk="0">
                <a:moveTo>
                  <a:pt x="0" y="0"/>
                </a:moveTo>
                <a:cubicBezTo>
                  <a:pt x="264995" y="-14001"/>
                  <a:pt x="414180" y="20344"/>
                  <a:pt x="596746" y="0"/>
                </a:cubicBezTo>
                <a:cubicBezTo>
                  <a:pt x="779312" y="-20344"/>
                  <a:pt x="1057694" y="9967"/>
                  <a:pt x="1193491" y="0"/>
                </a:cubicBezTo>
                <a:cubicBezTo>
                  <a:pt x="1211261" y="184179"/>
                  <a:pt x="1189661" y="253949"/>
                  <a:pt x="1193491" y="430887"/>
                </a:cubicBezTo>
                <a:cubicBezTo>
                  <a:pt x="1063263" y="460033"/>
                  <a:pt x="841537" y="366710"/>
                  <a:pt x="608680" y="430887"/>
                </a:cubicBezTo>
                <a:cubicBezTo>
                  <a:pt x="375823" y="495064"/>
                  <a:pt x="141702" y="367079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150%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15A8998-78BB-4BD9-B689-5A15D9A79329}"/>
                  </a:ext>
                </a:extLst>
              </p:cNvPr>
              <p:cNvSpPr txBox="1"/>
              <p:nvPr/>
            </p:nvSpPr>
            <p:spPr>
              <a:xfrm>
                <a:off x="1021987" y="5228687"/>
                <a:ext cx="2377274" cy="742126"/>
              </a:xfrm>
              <a:custGeom>
                <a:avLst/>
                <a:gdLst>
                  <a:gd name="csX0" fmla="*/ 0 w 2377274"/>
                  <a:gd name="csY0" fmla="*/ 0 h 742126"/>
                  <a:gd name="csX1" fmla="*/ 594319 w 2377274"/>
                  <a:gd name="csY1" fmla="*/ 0 h 742126"/>
                  <a:gd name="csX2" fmla="*/ 1236182 w 2377274"/>
                  <a:gd name="csY2" fmla="*/ 0 h 742126"/>
                  <a:gd name="csX3" fmla="*/ 2377274 w 2377274"/>
                  <a:gd name="csY3" fmla="*/ 0 h 742126"/>
                  <a:gd name="csX4" fmla="*/ 2377274 w 2377274"/>
                  <a:gd name="csY4" fmla="*/ 348799 h 742126"/>
                  <a:gd name="csX5" fmla="*/ 2377274 w 2377274"/>
                  <a:gd name="csY5" fmla="*/ 742126 h 742126"/>
                  <a:gd name="csX6" fmla="*/ 1806728 w 2377274"/>
                  <a:gd name="csY6" fmla="*/ 742126 h 742126"/>
                  <a:gd name="csX7" fmla="*/ 1236182 w 2377274"/>
                  <a:gd name="csY7" fmla="*/ 742126 h 742126"/>
                  <a:gd name="csX8" fmla="*/ 618091 w 2377274"/>
                  <a:gd name="csY8" fmla="*/ 742126 h 742126"/>
                  <a:gd name="csX9" fmla="*/ 0 w 2377274"/>
                  <a:gd name="csY9" fmla="*/ 742126 h 742126"/>
                  <a:gd name="csX10" fmla="*/ 0 w 2377274"/>
                  <a:gd name="csY10" fmla="*/ 371063 h 742126"/>
                  <a:gd name="csX11" fmla="*/ 0 w 2377274"/>
                  <a:gd name="csY11" fmla="*/ 0 h 7421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377274" h="742126" extrusionOk="0">
                    <a:moveTo>
                      <a:pt x="0" y="0"/>
                    </a:moveTo>
                    <a:cubicBezTo>
                      <a:pt x="168638" y="-28470"/>
                      <a:pt x="328053" y="19193"/>
                      <a:pt x="594319" y="0"/>
                    </a:cubicBezTo>
                    <a:cubicBezTo>
                      <a:pt x="860585" y="-19193"/>
                      <a:pt x="1034325" y="62105"/>
                      <a:pt x="1236182" y="0"/>
                    </a:cubicBezTo>
                    <a:cubicBezTo>
                      <a:pt x="1438039" y="-62105"/>
                      <a:pt x="1931289" y="27516"/>
                      <a:pt x="2377274" y="0"/>
                    </a:cubicBezTo>
                    <a:cubicBezTo>
                      <a:pt x="2394391" y="115615"/>
                      <a:pt x="2367337" y="224968"/>
                      <a:pt x="2377274" y="348799"/>
                    </a:cubicBezTo>
                    <a:cubicBezTo>
                      <a:pt x="2387211" y="472630"/>
                      <a:pt x="2343139" y="631485"/>
                      <a:pt x="2377274" y="742126"/>
                    </a:cubicBezTo>
                    <a:cubicBezTo>
                      <a:pt x="2141117" y="793015"/>
                      <a:pt x="1984690" y="724267"/>
                      <a:pt x="1806728" y="742126"/>
                    </a:cubicBezTo>
                    <a:cubicBezTo>
                      <a:pt x="1628766" y="759985"/>
                      <a:pt x="1411843" y="680356"/>
                      <a:pt x="1236182" y="742126"/>
                    </a:cubicBezTo>
                    <a:cubicBezTo>
                      <a:pt x="1060521" y="803896"/>
                      <a:pt x="760520" y="712900"/>
                      <a:pt x="618091" y="742126"/>
                    </a:cubicBezTo>
                    <a:cubicBezTo>
                      <a:pt x="475662" y="771352"/>
                      <a:pt x="171994" y="700636"/>
                      <a:pt x="0" y="742126"/>
                    </a:cubicBezTo>
                    <a:cubicBezTo>
                      <a:pt x="-38522" y="593897"/>
                      <a:pt x="1771" y="532277"/>
                      <a:pt x="0" y="371063"/>
                    </a:cubicBezTo>
                    <a:cubicBezTo>
                      <a:pt x="-1771" y="209849"/>
                      <a:pt x="41873" y="174048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4.8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32</m:t>
                          </m:r>
                        </m:den>
                      </m:f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 100</m:t>
                      </m:r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15A8998-78BB-4BD9-B689-5A15D9A79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987" y="5228687"/>
                <a:ext cx="2377274" cy="7421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2377274"/>
                          <a:gd name="connsiteY0" fmla="*/ 0 h 742126"/>
                          <a:gd name="connsiteX1" fmla="*/ 594319 w 2377274"/>
                          <a:gd name="connsiteY1" fmla="*/ 0 h 742126"/>
                          <a:gd name="connsiteX2" fmla="*/ 1236182 w 2377274"/>
                          <a:gd name="connsiteY2" fmla="*/ 0 h 742126"/>
                          <a:gd name="connsiteX3" fmla="*/ 2377274 w 2377274"/>
                          <a:gd name="connsiteY3" fmla="*/ 0 h 742126"/>
                          <a:gd name="connsiteX4" fmla="*/ 2377274 w 2377274"/>
                          <a:gd name="connsiteY4" fmla="*/ 348799 h 742126"/>
                          <a:gd name="connsiteX5" fmla="*/ 2377274 w 2377274"/>
                          <a:gd name="connsiteY5" fmla="*/ 742126 h 742126"/>
                          <a:gd name="connsiteX6" fmla="*/ 1806728 w 2377274"/>
                          <a:gd name="connsiteY6" fmla="*/ 742126 h 742126"/>
                          <a:gd name="connsiteX7" fmla="*/ 1236182 w 2377274"/>
                          <a:gd name="connsiteY7" fmla="*/ 742126 h 742126"/>
                          <a:gd name="connsiteX8" fmla="*/ 618091 w 2377274"/>
                          <a:gd name="connsiteY8" fmla="*/ 742126 h 742126"/>
                          <a:gd name="connsiteX9" fmla="*/ 0 w 2377274"/>
                          <a:gd name="connsiteY9" fmla="*/ 742126 h 742126"/>
                          <a:gd name="connsiteX10" fmla="*/ 0 w 2377274"/>
                          <a:gd name="connsiteY10" fmla="*/ 371063 h 742126"/>
                          <a:gd name="connsiteX11" fmla="*/ 0 w 2377274"/>
                          <a:gd name="connsiteY11" fmla="*/ 0 h 7421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2377274" h="742126" extrusionOk="0">
                            <a:moveTo>
                              <a:pt x="0" y="0"/>
                            </a:moveTo>
                            <a:cubicBezTo>
                              <a:pt x="168638" y="-28470"/>
                              <a:pt x="328053" y="19193"/>
                              <a:pt x="594319" y="0"/>
                            </a:cubicBezTo>
                            <a:cubicBezTo>
                              <a:pt x="860585" y="-19193"/>
                              <a:pt x="1034325" y="62105"/>
                              <a:pt x="1236182" y="0"/>
                            </a:cubicBezTo>
                            <a:cubicBezTo>
                              <a:pt x="1438039" y="-62105"/>
                              <a:pt x="1931289" y="27516"/>
                              <a:pt x="2377274" y="0"/>
                            </a:cubicBezTo>
                            <a:cubicBezTo>
                              <a:pt x="2394391" y="115615"/>
                              <a:pt x="2367337" y="224968"/>
                              <a:pt x="2377274" y="348799"/>
                            </a:cubicBezTo>
                            <a:cubicBezTo>
                              <a:pt x="2387211" y="472630"/>
                              <a:pt x="2343139" y="631485"/>
                              <a:pt x="2377274" y="742126"/>
                            </a:cubicBezTo>
                            <a:cubicBezTo>
                              <a:pt x="2141117" y="793015"/>
                              <a:pt x="1984690" y="724267"/>
                              <a:pt x="1806728" y="742126"/>
                            </a:cubicBezTo>
                            <a:cubicBezTo>
                              <a:pt x="1628766" y="759985"/>
                              <a:pt x="1411843" y="680356"/>
                              <a:pt x="1236182" y="742126"/>
                            </a:cubicBezTo>
                            <a:cubicBezTo>
                              <a:pt x="1060521" y="803896"/>
                              <a:pt x="760520" y="712900"/>
                              <a:pt x="618091" y="742126"/>
                            </a:cubicBezTo>
                            <a:cubicBezTo>
                              <a:pt x="475662" y="771352"/>
                              <a:pt x="171994" y="700636"/>
                              <a:pt x="0" y="742126"/>
                            </a:cubicBezTo>
                            <a:cubicBezTo>
                              <a:pt x="-38522" y="593897"/>
                              <a:pt x="1771" y="532277"/>
                              <a:pt x="0" y="371063"/>
                            </a:cubicBezTo>
                            <a:cubicBezTo>
                              <a:pt x="-1771" y="209849"/>
                              <a:pt x="41873" y="17404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891EE389-7176-4C3C-87A9-04A566101055}"/>
              </a:ext>
            </a:extLst>
          </p:cNvPr>
          <p:cNvSpPr txBox="1"/>
          <p:nvPr/>
        </p:nvSpPr>
        <p:spPr>
          <a:xfrm>
            <a:off x="3088577" y="5384306"/>
            <a:ext cx="1193491" cy="430887"/>
          </a:xfrm>
          <a:custGeom>
            <a:avLst/>
            <a:gdLst>
              <a:gd name="csX0" fmla="*/ 0 w 1193491"/>
              <a:gd name="csY0" fmla="*/ 0 h 430887"/>
              <a:gd name="csX1" fmla="*/ 596746 w 1193491"/>
              <a:gd name="csY1" fmla="*/ 0 h 430887"/>
              <a:gd name="csX2" fmla="*/ 1193491 w 1193491"/>
              <a:gd name="csY2" fmla="*/ 0 h 430887"/>
              <a:gd name="csX3" fmla="*/ 1193491 w 1193491"/>
              <a:gd name="csY3" fmla="*/ 430887 h 430887"/>
              <a:gd name="csX4" fmla="*/ 608680 w 1193491"/>
              <a:gd name="csY4" fmla="*/ 430887 h 430887"/>
              <a:gd name="csX5" fmla="*/ 0 w 1193491"/>
              <a:gd name="csY5" fmla="*/ 430887 h 430887"/>
              <a:gd name="csX6" fmla="*/ 0 w 1193491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3491" h="430887" extrusionOk="0">
                <a:moveTo>
                  <a:pt x="0" y="0"/>
                </a:moveTo>
                <a:cubicBezTo>
                  <a:pt x="264995" y="-14001"/>
                  <a:pt x="414180" y="20344"/>
                  <a:pt x="596746" y="0"/>
                </a:cubicBezTo>
                <a:cubicBezTo>
                  <a:pt x="779312" y="-20344"/>
                  <a:pt x="1057694" y="9967"/>
                  <a:pt x="1193491" y="0"/>
                </a:cubicBezTo>
                <a:cubicBezTo>
                  <a:pt x="1211261" y="184179"/>
                  <a:pt x="1189661" y="253949"/>
                  <a:pt x="1193491" y="430887"/>
                </a:cubicBezTo>
                <a:cubicBezTo>
                  <a:pt x="1063263" y="460033"/>
                  <a:pt x="841537" y="366710"/>
                  <a:pt x="608680" y="430887"/>
                </a:cubicBezTo>
                <a:cubicBezTo>
                  <a:pt x="375823" y="495064"/>
                  <a:pt x="141702" y="367079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2D0104-0D80-40F1-B775-2CF9B00B4BE5}"/>
                  </a:ext>
                </a:extLst>
              </p:cNvPr>
              <p:cNvSpPr txBox="1"/>
              <p:nvPr/>
            </p:nvSpPr>
            <p:spPr>
              <a:xfrm>
                <a:off x="7064398" y="5139296"/>
                <a:ext cx="2377274" cy="742126"/>
              </a:xfrm>
              <a:custGeom>
                <a:avLst/>
                <a:gdLst>
                  <a:gd name="csX0" fmla="*/ 0 w 2377274"/>
                  <a:gd name="csY0" fmla="*/ 0 h 742126"/>
                  <a:gd name="csX1" fmla="*/ 594319 w 2377274"/>
                  <a:gd name="csY1" fmla="*/ 0 h 742126"/>
                  <a:gd name="csX2" fmla="*/ 1236182 w 2377274"/>
                  <a:gd name="csY2" fmla="*/ 0 h 742126"/>
                  <a:gd name="csX3" fmla="*/ 2377274 w 2377274"/>
                  <a:gd name="csY3" fmla="*/ 0 h 742126"/>
                  <a:gd name="csX4" fmla="*/ 2377274 w 2377274"/>
                  <a:gd name="csY4" fmla="*/ 348799 h 742126"/>
                  <a:gd name="csX5" fmla="*/ 2377274 w 2377274"/>
                  <a:gd name="csY5" fmla="*/ 742126 h 742126"/>
                  <a:gd name="csX6" fmla="*/ 1806728 w 2377274"/>
                  <a:gd name="csY6" fmla="*/ 742126 h 742126"/>
                  <a:gd name="csX7" fmla="*/ 1236182 w 2377274"/>
                  <a:gd name="csY7" fmla="*/ 742126 h 742126"/>
                  <a:gd name="csX8" fmla="*/ 618091 w 2377274"/>
                  <a:gd name="csY8" fmla="*/ 742126 h 742126"/>
                  <a:gd name="csX9" fmla="*/ 0 w 2377274"/>
                  <a:gd name="csY9" fmla="*/ 742126 h 742126"/>
                  <a:gd name="csX10" fmla="*/ 0 w 2377274"/>
                  <a:gd name="csY10" fmla="*/ 371063 h 742126"/>
                  <a:gd name="csX11" fmla="*/ 0 w 2377274"/>
                  <a:gd name="csY11" fmla="*/ 0 h 7421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377274" h="742126" extrusionOk="0">
                    <a:moveTo>
                      <a:pt x="0" y="0"/>
                    </a:moveTo>
                    <a:cubicBezTo>
                      <a:pt x="168638" y="-28470"/>
                      <a:pt x="328053" y="19193"/>
                      <a:pt x="594319" y="0"/>
                    </a:cubicBezTo>
                    <a:cubicBezTo>
                      <a:pt x="860585" y="-19193"/>
                      <a:pt x="1034325" y="62105"/>
                      <a:pt x="1236182" y="0"/>
                    </a:cubicBezTo>
                    <a:cubicBezTo>
                      <a:pt x="1438039" y="-62105"/>
                      <a:pt x="1931289" y="27516"/>
                      <a:pt x="2377274" y="0"/>
                    </a:cubicBezTo>
                    <a:cubicBezTo>
                      <a:pt x="2394391" y="115615"/>
                      <a:pt x="2367337" y="224968"/>
                      <a:pt x="2377274" y="348799"/>
                    </a:cubicBezTo>
                    <a:cubicBezTo>
                      <a:pt x="2387211" y="472630"/>
                      <a:pt x="2343139" y="631485"/>
                      <a:pt x="2377274" y="742126"/>
                    </a:cubicBezTo>
                    <a:cubicBezTo>
                      <a:pt x="2141117" y="793015"/>
                      <a:pt x="1984690" y="724267"/>
                      <a:pt x="1806728" y="742126"/>
                    </a:cubicBezTo>
                    <a:cubicBezTo>
                      <a:pt x="1628766" y="759985"/>
                      <a:pt x="1411843" y="680356"/>
                      <a:pt x="1236182" y="742126"/>
                    </a:cubicBezTo>
                    <a:cubicBezTo>
                      <a:pt x="1060521" y="803896"/>
                      <a:pt x="760520" y="712900"/>
                      <a:pt x="618091" y="742126"/>
                    </a:cubicBezTo>
                    <a:cubicBezTo>
                      <a:pt x="475662" y="771352"/>
                      <a:pt x="171994" y="700636"/>
                      <a:pt x="0" y="742126"/>
                    </a:cubicBezTo>
                    <a:cubicBezTo>
                      <a:pt x="-38522" y="593897"/>
                      <a:pt x="1771" y="532277"/>
                      <a:pt x="0" y="371063"/>
                    </a:cubicBezTo>
                    <a:cubicBezTo>
                      <a:pt x="-1771" y="209849"/>
                      <a:pt x="41873" y="174048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40000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2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320000</m:t>
                          </m:r>
                        </m:den>
                      </m:f>
                      <m:r>
                        <m:rPr>
                          <m:nor/>
                        </m:rPr>
                        <a:rPr lang="en-GB" sz="22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 100</m:t>
                      </m:r>
                    </m:oMath>
                  </m:oMathPara>
                </a14:m>
                <a:endParaRPr lang="en-GB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2D0104-0D80-40F1-B775-2CF9B00B4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98" y="5139296"/>
                <a:ext cx="2377274" cy="7421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2377274"/>
                          <a:gd name="connsiteY0" fmla="*/ 0 h 742126"/>
                          <a:gd name="connsiteX1" fmla="*/ 594319 w 2377274"/>
                          <a:gd name="connsiteY1" fmla="*/ 0 h 742126"/>
                          <a:gd name="connsiteX2" fmla="*/ 1236182 w 2377274"/>
                          <a:gd name="connsiteY2" fmla="*/ 0 h 742126"/>
                          <a:gd name="connsiteX3" fmla="*/ 2377274 w 2377274"/>
                          <a:gd name="connsiteY3" fmla="*/ 0 h 742126"/>
                          <a:gd name="connsiteX4" fmla="*/ 2377274 w 2377274"/>
                          <a:gd name="connsiteY4" fmla="*/ 348799 h 742126"/>
                          <a:gd name="connsiteX5" fmla="*/ 2377274 w 2377274"/>
                          <a:gd name="connsiteY5" fmla="*/ 742126 h 742126"/>
                          <a:gd name="connsiteX6" fmla="*/ 1806728 w 2377274"/>
                          <a:gd name="connsiteY6" fmla="*/ 742126 h 742126"/>
                          <a:gd name="connsiteX7" fmla="*/ 1236182 w 2377274"/>
                          <a:gd name="connsiteY7" fmla="*/ 742126 h 742126"/>
                          <a:gd name="connsiteX8" fmla="*/ 618091 w 2377274"/>
                          <a:gd name="connsiteY8" fmla="*/ 742126 h 742126"/>
                          <a:gd name="connsiteX9" fmla="*/ 0 w 2377274"/>
                          <a:gd name="connsiteY9" fmla="*/ 742126 h 742126"/>
                          <a:gd name="connsiteX10" fmla="*/ 0 w 2377274"/>
                          <a:gd name="connsiteY10" fmla="*/ 371063 h 742126"/>
                          <a:gd name="connsiteX11" fmla="*/ 0 w 2377274"/>
                          <a:gd name="connsiteY11" fmla="*/ 0 h 7421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2377274" h="742126" extrusionOk="0">
                            <a:moveTo>
                              <a:pt x="0" y="0"/>
                            </a:moveTo>
                            <a:cubicBezTo>
                              <a:pt x="168638" y="-28470"/>
                              <a:pt x="328053" y="19193"/>
                              <a:pt x="594319" y="0"/>
                            </a:cubicBezTo>
                            <a:cubicBezTo>
                              <a:pt x="860585" y="-19193"/>
                              <a:pt x="1034325" y="62105"/>
                              <a:pt x="1236182" y="0"/>
                            </a:cubicBezTo>
                            <a:cubicBezTo>
                              <a:pt x="1438039" y="-62105"/>
                              <a:pt x="1931289" y="27516"/>
                              <a:pt x="2377274" y="0"/>
                            </a:cubicBezTo>
                            <a:cubicBezTo>
                              <a:pt x="2394391" y="115615"/>
                              <a:pt x="2367337" y="224968"/>
                              <a:pt x="2377274" y="348799"/>
                            </a:cubicBezTo>
                            <a:cubicBezTo>
                              <a:pt x="2387211" y="472630"/>
                              <a:pt x="2343139" y="631485"/>
                              <a:pt x="2377274" y="742126"/>
                            </a:cubicBezTo>
                            <a:cubicBezTo>
                              <a:pt x="2141117" y="793015"/>
                              <a:pt x="1984690" y="724267"/>
                              <a:pt x="1806728" y="742126"/>
                            </a:cubicBezTo>
                            <a:cubicBezTo>
                              <a:pt x="1628766" y="759985"/>
                              <a:pt x="1411843" y="680356"/>
                              <a:pt x="1236182" y="742126"/>
                            </a:cubicBezTo>
                            <a:cubicBezTo>
                              <a:pt x="1060521" y="803896"/>
                              <a:pt x="760520" y="712900"/>
                              <a:pt x="618091" y="742126"/>
                            </a:cubicBezTo>
                            <a:cubicBezTo>
                              <a:pt x="475662" y="771352"/>
                              <a:pt x="171994" y="700636"/>
                              <a:pt x="0" y="742126"/>
                            </a:cubicBezTo>
                            <a:cubicBezTo>
                              <a:pt x="-38522" y="593897"/>
                              <a:pt x="1771" y="532277"/>
                              <a:pt x="0" y="371063"/>
                            </a:cubicBezTo>
                            <a:cubicBezTo>
                              <a:pt x="-1771" y="209849"/>
                              <a:pt x="41873" y="17404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36A067FE-DC62-452D-9E7B-7AD9B3053E75}"/>
              </a:ext>
            </a:extLst>
          </p:cNvPr>
          <p:cNvSpPr txBox="1"/>
          <p:nvPr/>
        </p:nvSpPr>
        <p:spPr>
          <a:xfrm>
            <a:off x="9130988" y="5294915"/>
            <a:ext cx="1674544" cy="430887"/>
          </a:xfrm>
          <a:custGeom>
            <a:avLst/>
            <a:gdLst>
              <a:gd name="csX0" fmla="*/ 0 w 1674544"/>
              <a:gd name="csY0" fmla="*/ 0 h 430887"/>
              <a:gd name="csX1" fmla="*/ 558181 w 1674544"/>
              <a:gd name="csY1" fmla="*/ 0 h 430887"/>
              <a:gd name="csX2" fmla="*/ 1149854 w 1674544"/>
              <a:gd name="csY2" fmla="*/ 0 h 430887"/>
              <a:gd name="csX3" fmla="*/ 1674544 w 1674544"/>
              <a:gd name="csY3" fmla="*/ 0 h 430887"/>
              <a:gd name="csX4" fmla="*/ 1674544 w 1674544"/>
              <a:gd name="csY4" fmla="*/ 430887 h 430887"/>
              <a:gd name="csX5" fmla="*/ 1099617 w 1674544"/>
              <a:gd name="csY5" fmla="*/ 430887 h 430887"/>
              <a:gd name="csX6" fmla="*/ 524690 w 1674544"/>
              <a:gd name="csY6" fmla="*/ 430887 h 430887"/>
              <a:gd name="csX7" fmla="*/ 0 w 1674544"/>
              <a:gd name="csY7" fmla="*/ 430887 h 430887"/>
              <a:gd name="csX8" fmla="*/ 0 w 1674544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74544" h="430887" extrusionOk="0">
                <a:moveTo>
                  <a:pt x="0" y="0"/>
                </a:moveTo>
                <a:cubicBezTo>
                  <a:pt x="258753" y="-34249"/>
                  <a:pt x="339158" y="44737"/>
                  <a:pt x="558181" y="0"/>
                </a:cubicBezTo>
                <a:cubicBezTo>
                  <a:pt x="777204" y="-44737"/>
                  <a:pt x="887468" y="18103"/>
                  <a:pt x="1149854" y="0"/>
                </a:cubicBezTo>
                <a:cubicBezTo>
                  <a:pt x="1412240" y="-18103"/>
                  <a:pt x="1463477" y="39048"/>
                  <a:pt x="1674544" y="0"/>
                </a:cubicBezTo>
                <a:cubicBezTo>
                  <a:pt x="1706440" y="190346"/>
                  <a:pt x="1634552" y="269684"/>
                  <a:pt x="1674544" y="430887"/>
                </a:cubicBezTo>
                <a:cubicBezTo>
                  <a:pt x="1544291" y="431358"/>
                  <a:pt x="1298148" y="411392"/>
                  <a:pt x="1099617" y="430887"/>
                </a:cubicBezTo>
                <a:cubicBezTo>
                  <a:pt x="901086" y="450382"/>
                  <a:pt x="806531" y="365176"/>
                  <a:pt x="524690" y="430887"/>
                </a:cubicBezTo>
                <a:cubicBezTo>
                  <a:pt x="242849" y="496598"/>
                  <a:pt x="106672" y="402447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12.5%</a:t>
            </a:r>
          </a:p>
        </p:txBody>
      </p:sp>
    </p:spTree>
    <p:extLst>
      <p:ext uri="{BB962C8B-B14F-4D97-AF65-F5344CB8AC3E}">
        <p14:creationId xmlns:p14="http://schemas.microsoft.com/office/powerpoint/2010/main" val="385646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2" grpId="0" animBg="1"/>
      <p:bldP spid="25" grpId="0"/>
      <p:bldP spid="26" grpId="0"/>
      <p:bldP spid="27" grpId="0"/>
      <p:bldP spid="35" grpId="0"/>
      <p:bldP spid="36" grpId="0"/>
      <p:bldP spid="37" grpId="0"/>
      <p:bldP spid="38" grpId="0"/>
      <p:bldP spid="3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7501BC-99D5-411B-8CD6-84E635FAF399}"/>
              </a:ext>
            </a:extLst>
          </p:cNvPr>
          <p:cNvSpPr txBox="1"/>
          <p:nvPr/>
        </p:nvSpPr>
        <p:spPr>
          <a:xfrm>
            <a:off x="1597572" y="1933902"/>
            <a:ext cx="8996855" cy="2554545"/>
          </a:xfrm>
          <a:custGeom>
            <a:avLst/>
            <a:gdLst>
              <a:gd name="csX0" fmla="*/ 0 w 8996855"/>
              <a:gd name="csY0" fmla="*/ 0 h 2554545"/>
              <a:gd name="csX1" fmla="*/ 599790 w 8996855"/>
              <a:gd name="csY1" fmla="*/ 0 h 2554545"/>
              <a:gd name="csX2" fmla="*/ 929675 w 8996855"/>
              <a:gd name="csY2" fmla="*/ 0 h 2554545"/>
              <a:gd name="csX3" fmla="*/ 1619434 w 8996855"/>
              <a:gd name="csY3" fmla="*/ 0 h 2554545"/>
              <a:gd name="csX4" fmla="*/ 2309193 w 8996855"/>
              <a:gd name="csY4" fmla="*/ 0 h 2554545"/>
              <a:gd name="csX5" fmla="*/ 2639077 w 8996855"/>
              <a:gd name="csY5" fmla="*/ 0 h 2554545"/>
              <a:gd name="csX6" fmla="*/ 3328836 w 8996855"/>
              <a:gd name="csY6" fmla="*/ 0 h 2554545"/>
              <a:gd name="csX7" fmla="*/ 3658721 w 8996855"/>
              <a:gd name="csY7" fmla="*/ 0 h 2554545"/>
              <a:gd name="csX8" fmla="*/ 4348480 w 8996855"/>
              <a:gd name="csY8" fmla="*/ 0 h 2554545"/>
              <a:gd name="csX9" fmla="*/ 4858302 w 8996855"/>
              <a:gd name="csY9" fmla="*/ 0 h 2554545"/>
              <a:gd name="csX10" fmla="*/ 5368123 w 8996855"/>
              <a:gd name="csY10" fmla="*/ 0 h 2554545"/>
              <a:gd name="csX11" fmla="*/ 5967914 w 8996855"/>
              <a:gd name="csY11" fmla="*/ 0 h 2554545"/>
              <a:gd name="csX12" fmla="*/ 6567704 w 8996855"/>
              <a:gd name="csY12" fmla="*/ 0 h 2554545"/>
              <a:gd name="csX13" fmla="*/ 7347432 w 8996855"/>
              <a:gd name="csY13" fmla="*/ 0 h 2554545"/>
              <a:gd name="csX14" fmla="*/ 7857253 w 8996855"/>
              <a:gd name="csY14" fmla="*/ 0 h 2554545"/>
              <a:gd name="csX15" fmla="*/ 8187138 w 8996855"/>
              <a:gd name="csY15" fmla="*/ 0 h 2554545"/>
              <a:gd name="csX16" fmla="*/ 8996855 w 8996855"/>
              <a:gd name="csY16" fmla="*/ 0 h 2554545"/>
              <a:gd name="csX17" fmla="*/ 8996855 w 8996855"/>
              <a:gd name="csY17" fmla="*/ 562000 h 2554545"/>
              <a:gd name="csX18" fmla="*/ 8996855 w 8996855"/>
              <a:gd name="csY18" fmla="*/ 1047363 h 2554545"/>
              <a:gd name="csX19" fmla="*/ 8996855 w 8996855"/>
              <a:gd name="csY19" fmla="*/ 1507182 h 2554545"/>
              <a:gd name="csX20" fmla="*/ 8996855 w 8996855"/>
              <a:gd name="csY20" fmla="*/ 1992545 h 2554545"/>
              <a:gd name="csX21" fmla="*/ 8996855 w 8996855"/>
              <a:gd name="csY21" fmla="*/ 2554545 h 2554545"/>
              <a:gd name="csX22" fmla="*/ 8217128 w 8996855"/>
              <a:gd name="csY22" fmla="*/ 2554545 h 2554545"/>
              <a:gd name="csX23" fmla="*/ 7617337 w 8996855"/>
              <a:gd name="csY23" fmla="*/ 2554545 h 2554545"/>
              <a:gd name="csX24" fmla="*/ 6837610 w 8996855"/>
              <a:gd name="csY24" fmla="*/ 2554545 h 2554545"/>
              <a:gd name="csX25" fmla="*/ 6147851 w 8996855"/>
              <a:gd name="csY25" fmla="*/ 2554545 h 2554545"/>
              <a:gd name="csX26" fmla="*/ 5638029 w 8996855"/>
              <a:gd name="csY26" fmla="*/ 2554545 h 2554545"/>
              <a:gd name="csX27" fmla="*/ 5038239 w 8996855"/>
              <a:gd name="csY27" fmla="*/ 2554545 h 2554545"/>
              <a:gd name="csX28" fmla="*/ 4528417 w 8996855"/>
              <a:gd name="csY28" fmla="*/ 2554545 h 2554545"/>
              <a:gd name="csX29" fmla="*/ 3838658 w 8996855"/>
              <a:gd name="csY29" fmla="*/ 2554545 h 2554545"/>
              <a:gd name="csX30" fmla="*/ 3508773 w 8996855"/>
              <a:gd name="csY30" fmla="*/ 2554545 h 2554545"/>
              <a:gd name="csX31" fmla="*/ 2729046 w 8996855"/>
              <a:gd name="csY31" fmla="*/ 2554545 h 2554545"/>
              <a:gd name="csX32" fmla="*/ 2039287 w 8996855"/>
              <a:gd name="csY32" fmla="*/ 2554545 h 2554545"/>
              <a:gd name="csX33" fmla="*/ 1709402 w 8996855"/>
              <a:gd name="csY33" fmla="*/ 2554545 h 2554545"/>
              <a:gd name="csX34" fmla="*/ 1289549 w 8996855"/>
              <a:gd name="csY34" fmla="*/ 2554545 h 2554545"/>
              <a:gd name="csX35" fmla="*/ 779727 w 8996855"/>
              <a:gd name="csY35" fmla="*/ 2554545 h 2554545"/>
              <a:gd name="csX36" fmla="*/ 0 w 8996855"/>
              <a:gd name="csY36" fmla="*/ 2554545 h 2554545"/>
              <a:gd name="csX37" fmla="*/ 0 w 8996855"/>
              <a:gd name="csY37" fmla="*/ 2094727 h 2554545"/>
              <a:gd name="csX38" fmla="*/ 0 w 8996855"/>
              <a:gd name="csY38" fmla="*/ 1634909 h 2554545"/>
              <a:gd name="csX39" fmla="*/ 0 w 8996855"/>
              <a:gd name="csY39" fmla="*/ 1098454 h 2554545"/>
              <a:gd name="csX40" fmla="*/ 0 w 8996855"/>
              <a:gd name="csY40" fmla="*/ 587545 h 2554545"/>
              <a:gd name="csX41" fmla="*/ 0 w 8996855"/>
              <a:gd name="csY41" fmla="*/ 0 h 25545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8996855" h="2554545" fill="none" extrusionOk="0">
                <a:moveTo>
                  <a:pt x="0" y="0"/>
                </a:moveTo>
                <a:cubicBezTo>
                  <a:pt x="214473" y="-19497"/>
                  <a:pt x="376556" y="24775"/>
                  <a:pt x="599790" y="0"/>
                </a:cubicBezTo>
                <a:cubicBezTo>
                  <a:pt x="823024" y="-24775"/>
                  <a:pt x="812579" y="25139"/>
                  <a:pt x="929675" y="0"/>
                </a:cubicBezTo>
                <a:cubicBezTo>
                  <a:pt x="1046772" y="-25139"/>
                  <a:pt x="1383254" y="81487"/>
                  <a:pt x="1619434" y="0"/>
                </a:cubicBezTo>
                <a:cubicBezTo>
                  <a:pt x="1855614" y="-81487"/>
                  <a:pt x="2031947" y="51042"/>
                  <a:pt x="2309193" y="0"/>
                </a:cubicBezTo>
                <a:cubicBezTo>
                  <a:pt x="2586439" y="-51042"/>
                  <a:pt x="2485637" y="361"/>
                  <a:pt x="2639077" y="0"/>
                </a:cubicBezTo>
                <a:cubicBezTo>
                  <a:pt x="2792517" y="-361"/>
                  <a:pt x="3031630" y="66024"/>
                  <a:pt x="3328836" y="0"/>
                </a:cubicBezTo>
                <a:cubicBezTo>
                  <a:pt x="3626042" y="-66024"/>
                  <a:pt x="3550969" y="30138"/>
                  <a:pt x="3658721" y="0"/>
                </a:cubicBezTo>
                <a:cubicBezTo>
                  <a:pt x="3766473" y="-30138"/>
                  <a:pt x="4171940" y="16771"/>
                  <a:pt x="4348480" y="0"/>
                </a:cubicBezTo>
                <a:cubicBezTo>
                  <a:pt x="4525020" y="-16771"/>
                  <a:pt x="4609020" y="36045"/>
                  <a:pt x="4858302" y="0"/>
                </a:cubicBezTo>
                <a:cubicBezTo>
                  <a:pt x="5107584" y="-36045"/>
                  <a:pt x="5199337" y="55978"/>
                  <a:pt x="5368123" y="0"/>
                </a:cubicBezTo>
                <a:cubicBezTo>
                  <a:pt x="5536909" y="-55978"/>
                  <a:pt x="5752379" y="68197"/>
                  <a:pt x="5967914" y="0"/>
                </a:cubicBezTo>
                <a:cubicBezTo>
                  <a:pt x="6183449" y="-68197"/>
                  <a:pt x="6409298" y="40958"/>
                  <a:pt x="6567704" y="0"/>
                </a:cubicBezTo>
                <a:cubicBezTo>
                  <a:pt x="6726110" y="-40958"/>
                  <a:pt x="6990539" y="638"/>
                  <a:pt x="7347432" y="0"/>
                </a:cubicBezTo>
                <a:cubicBezTo>
                  <a:pt x="7704325" y="-638"/>
                  <a:pt x="7739753" y="12958"/>
                  <a:pt x="7857253" y="0"/>
                </a:cubicBezTo>
                <a:cubicBezTo>
                  <a:pt x="7974753" y="-12958"/>
                  <a:pt x="8055170" y="32336"/>
                  <a:pt x="8187138" y="0"/>
                </a:cubicBezTo>
                <a:cubicBezTo>
                  <a:pt x="8319107" y="-32336"/>
                  <a:pt x="8709755" y="86507"/>
                  <a:pt x="8996855" y="0"/>
                </a:cubicBezTo>
                <a:cubicBezTo>
                  <a:pt x="9045181" y="202465"/>
                  <a:pt x="8988187" y="283107"/>
                  <a:pt x="8996855" y="562000"/>
                </a:cubicBezTo>
                <a:cubicBezTo>
                  <a:pt x="9005523" y="840893"/>
                  <a:pt x="8953784" y="936760"/>
                  <a:pt x="8996855" y="1047363"/>
                </a:cubicBezTo>
                <a:cubicBezTo>
                  <a:pt x="9039926" y="1157966"/>
                  <a:pt x="8969543" y="1360015"/>
                  <a:pt x="8996855" y="1507182"/>
                </a:cubicBezTo>
                <a:cubicBezTo>
                  <a:pt x="9024167" y="1654349"/>
                  <a:pt x="8980083" y="1763696"/>
                  <a:pt x="8996855" y="1992545"/>
                </a:cubicBezTo>
                <a:cubicBezTo>
                  <a:pt x="9013627" y="2221394"/>
                  <a:pt x="8948312" y="2433710"/>
                  <a:pt x="8996855" y="2554545"/>
                </a:cubicBezTo>
                <a:cubicBezTo>
                  <a:pt x="8731040" y="2612138"/>
                  <a:pt x="8450852" y="2539591"/>
                  <a:pt x="8217128" y="2554545"/>
                </a:cubicBezTo>
                <a:cubicBezTo>
                  <a:pt x="7983404" y="2569499"/>
                  <a:pt x="7901230" y="2528024"/>
                  <a:pt x="7617337" y="2554545"/>
                </a:cubicBezTo>
                <a:cubicBezTo>
                  <a:pt x="7333444" y="2581066"/>
                  <a:pt x="7038455" y="2486452"/>
                  <a:pt x="6837610" y="2554545"/>
                </a:cubicBezTo>
                <a:cubicBezTo>
                  <a:pt x="6636765" y="2622638"/>
                  <a:pt x="6311252" y="2525749"/>
                  <a:pt x="6147851" y="2554545"/>
                </a:cubicBezTo>
                <a:cubicBezTo>
                  <a:pt x="5984450" y="2583341"/>
                  <a:pt x="5788532" y="2523711"/>
                  <a:pt x="5638029" y="2554545"/>
                </a:cubicBezTo>
                <a:cubicBezTo>
                  <a:pt x="5487526" y="2585379"/>
                  <a:pt x="5313111" y="2553167"/>
                  <a:pt x="5038239" y="2554545"/>
                </a:cubicBezTo>
                <a:cubicBezTo>
                  <a:pt x="4763367" y="2555923"/>
                  <a:pt x="4769227" y="2512026"/>
                  <a:pt x="4528417" y="2554545"/>
                </a:cubicBezTo>
                <a:cubicBezTo>
                  <a:pt x="4287607" y="2597064"/>
                  <a:pt x="4138916" y="2475244"/>
                  <a:pt x="3838658" y="2554545"/>
                </a:cubicBezTo>
                <a:cubicBezTo>
                  <a:pt x="3538400" y="2633846"/>
                  <a:pt x="3600952" y="2548870"/>
                  <a:pt x="3508773" y="2554545"/>
                </a:cubicBezTo>
                <a:cubicBezTo>
                  <a:pt x="3416595" y="2560220"/>
                  <a:pt x="2987323" y="2540906"/>
                  <a:pt x="2729046" y="2554545"/>
                </a:cubicBezTo>
                <a:cubicBezTo>
                  <a:pt x="2470769" y="2568184"/>
                  <a:pt x="2320967" y="2520238"/>
                  <a:pt x="2039287" y="2554545"/>
                </a:cubicBezTo>
                <a:cubicBezTo>
                  <a:pt x="1757607" y="2588852"/>
                  <a:pt x="1785267" y="2521799"/>
                  <a:pt x="1709402" y="2554545"/>
                </a:cubicBezTo>
                <a:cubicBezTo>
                  <a:pt x="1633538" y="2587291"/>
                  <a:pt x="1455220" y="2507173"/>
                  <a:pt x="1289549" y="2554545"/>
                </a:cubicBezTo>
                <a:cubicBezTo>
                  <a:pt x="1123878" y="2601917"/>
                  <a:pt x="886244" y="2507675"/>
                  <a:pt x="779727" y="2554545"/>
                </a:cubicBezTo>
                <a:cubicBezTo>
                  <a:pt x="673210" y="2601415"/>
                  <a:pt x="166890" y="2551471"/>
                  <a:pt x="0" y="2554545"/>
                </a:cubicBezTo>
                <a:cubicBezTo>
                  <a:pt x="-30492" y="2440225"/>
                  <a:pt x="8301" y="2213962"/>
                  <a:pt x="0" y="2094727"/>
                </a:cubicBezTo>
                <a:cubicBezTo>
                  <a:pt x="-8301" y="1975492"/>
                  <a:pt x="25411" y="1822424"/>
                  <a:pt x="0" y="1634909"/>
                </a:cubicBezTo>
                <a:cubicBezTo>
                  <a:pt x="-25411" y="1447394"/>
                  <a:pt x="21944" y="1266585"/>
                  <a:pt x="0" y="1098454"/>
                </a:cubicBezTo>
                <a:cubicBezTo>
                  <a:pt x="-21944" y="930324"/>
                  <a:pt x="27177" y="829119"/>
                  <a:pt x="0" y="587545"/>
                </a:cubicBezTo>
                <a:cubicBezTo>
                  <a:pt x="-27177" y="345971"/>
                  <a:pt x="46594" y="255858"/>
                  <a:pt x="0" y="0"/>
                </a:cubicBezTo>
                <a:close/>
              </a:path>
              <a:path w="8996855" h="2554545" stroke="0" extrusionOk="0">
                <a:moveTo>
                  <a:pt x="0" y="0"/>
                </a:moveTo>
                <a:cubicBezTo>
                  <a:pt x="298905" y="-25719"/>
                  <a:pt x="456466" y="46719"/>
                  <a:pt x="599790" y="0"/>
                </a:cubicBezTo>
                <a:cubicBezTo>
                  <a:pt x="743114" y="-46719"/>
                  <a:pt x="1124818" y="69362"/>
                  <a:pt x="1289549" y="0"/>
                </a:cubicBezTo>
                <a:cubicBezTo>
                  <a:pt x="1454280" y="-69362"/>
                  <a:pt x="1804110" y="35112"/>
                  <a:pt x="2069277" y="0"/>
                </a:cubicBezTo>
                <a:cubicBezTo>
                  <a:pt x="2334444" y="-35112"/>
                  <a:pt x="2313378" y="28771"/>
                  <a:pt x="2399161" y="0"/>
                </a:cubicBezTo>
                <a:cubicBezTo>
                  <a:pt x="2484944" y="-28771"/>
                  <a:pt x="2630553" y="7062"/>
                  <a:pt x="2729046" y="0"/>
                </a:cubicBezTo>
                <a:cubicBezTo>
                  <a:pt x="2827540" y="-7062"/>
                  <a:pt x="3109420" y="19240"/>
                  <a:pt x="3418805" y="0"/>
                </a:cubicBezTo>
                <a:cubicBezTo>
                  <a:pt x="3728190" y="-19240"/>
                  <a:pt x="3660428" y="12935"/>
                  <a:pt x="3748690" y="0"/>
                </a:cubicBezTo>
                <a:cubicBezTo>
                  <a:pt x="3836953" y="-12935"/>
                  <a:pt x="4188703" y="67119"/>
                  <a:pt x="4528417" y="0"/>
                </a:cubicBezTo>
                <a:cubicBezTo>
                  <a:pt x="4868131" y="-67119"/>
                  <a:pt x="4804444" y="17118"/>
                  <a:pt x="4948270" y="0"/>
                </a:cubicBezTo>
                <a:cubicBezTo>
                  <a:pt x="5092096" y="-17118"/>
                  <a:pt x="5384085" y="73534"/>
                  <a:pt x="5727998" y="0"/>
                </a:cubicBezTo>
                <a:cubicBezTo>
                  <a:pt x="6071911" y="-73534"/>
                  <a:pt x="6029755" y="34749"/>
                  <a:pt x="6147851" y="0"/>
                </a:cubicBezTo>
                <a:cubicBezTo>
                  <a:pt x="6265947" y="-34749"/>
                  <a:pt x="6482657" y="49800"/>
                  <a:pt x="6567704" y="0"/>
                </a:cubicBezTo>
                <a:cubicBezTo>
                  <a:pt x="6652751" y="-49800"/>
                  <a:pt x="6792107" y="37781"/>
                  <a:pt x="6987557" y="0"/>
                </a:cubicBezTo>
                <a:cubicBezTo>
                  <a:pt x="7183007" y="-37781"/>
                  <a:pt x="7336795" y="17930"/>
                  <a:pt x="7497379" y="0"/>
                </a:cubicBezTo>
                <a:cubicBezTo>
                  <a:pt x="7657963" y="-17930"/>
                  <a:pt x="7849185" y="57425"/>
                  <a:pt x="8007201" y="0"/>
                </a:cubicBezTo>
                <a:cubicBezTo>
                  <a:pt x="8165217" y="-57425"/>
                  <a:pt x="8734808" y="56210"/>
                  <a:pt x="8996855" y="0"/>
                </a:cubicBezTo>
                <a:cubicBezTo>
                  <a:pt x="9047380" y="189609"/>
                  <a:pt x="8977158" y="328844"/>
                  <a:pt x="8996855" y="562000"/>
                </a:cubicBezTo>
                <a:cubicBezTo>
                  <a:pt x="9016552" y="795156"/>
                  <a:pt x="8950178" y="899724"/>
                  <a:pt x="8996855" y="1072909"/>
                </a:cubicBezTo>
                <a:cubicBezTo>
                  <a:pt x="9043532" y="1246094"/>
                  <a:pt x="8996084" y="1379174"/>
                  <a:pt x="8996855" y="1507182"/>
                </a:cubicBezTo>
                <a:cubicBezTo>
                  <a:pt x="8997626" y="1635190"/>
                  <a:pt x="8993216" y="1790454"/>
                  <a:pt x="8996855" y="1992545"/>
                </a:cubicBezTo>
                <a:cubicBezTo>
                  <a:pt x="9000494" y="2194636"/>
                  <a:pt x="8956879" y="2348067"/>
                  <a:pt x="8996855" y="2554545"/>
                </a:cubicBezTo>
                <a:cubicBezTo>
                  <a:pt x="8796670" y="2591940"/>
                  <a:pt x="8679352" y="2523743"/>
                  <a:pt x="8397065" y="2554545"/>
                </a:cubicBezTo>
                <a:cubicBezTo>
                  <a:pt x="8114778" y="2585347"/>
                  <a:pt x="7939056" y="2536621"/>
                  <a:pt x="7617337" y="2554545"/>
                </a:cubicBezTo>
                <a:cubicBezTo>
                  <a:pt x="7295618" y="2572469"/>
                  <a:pt x="7236200" y="2520921"/>
                  <a:pt x="7107515" y="2554545"/>
                </a:cubicBezTo>
                <a:cubicBezTo>
                  <a:pt x="6978830" y="2588169"/>
                  <a:pt x="6687846" y="2525872"/>
                  <a:pt x="6327788" y="2554545"/>
                </a:cubicBezTo>
                <a:cubicBezTo>
                  <a:pt x="5967730" y="2583218"/>
                  <a:pt x="6004578" y="2529523"/>
                  <a:pt x="5907935" y="2554545"/>
                </a:cubicBezTo>
                <a:cubicBezTo>
                  <a:pt x="5811292" y="2579567"/>
                  <a:pt x="5650958" y="2516596"/>
                  <a:pt x="5578050" y="2554545"/>
                </a:cubicBezTo>
                <a:cubicBezTo>
                  <a:pt x="5505143" y="2592494"/>
                  <a:pt x="5123928" y="2478570"/>
                  <a:pt x="4798323" y="2554545"/>
                </a:cubicBezTo>
                <a:cubicBezTo>
                  <a:pt x="4472718" y="2630520"/>
                  <a:pt x="4391144" y="2495101"/>
                  <a:pt x="4018595" y="2554545"/>
                </a:cubicBezTo>
                <a:cubicBezTo>
                  <a:pt x="3646046" y="2613989"/>
                  <a:pt x="3725902" y="2552706"/>
                  <a:pt x="3598742" y="2554545"/>
                </a:cubicBezTo>
                <a:cubicBezTo>
                  <a:pt x="3471582" y="2556384"/>
                  <a:pt x="3292285" y="2514499"/>
                  <a:pt x="3178889" y="2554545"/>
                </a:cubicBezTo>
                <a:cubicBezTo>
                  <a:pt x="3065493" y="2594591"/>
                  <a:pt x="2854883" y="2528330"/>
                  <a:pt x="2579098" y="2554545"/>
                </a:cubicBezTo>
                <a:cubicBezTo>
                  <a:pt x="2303313" y="2580760"/>
                  <a:pt x="2091728" y="2521017"/>
                  <a:pt x="1889340" y="2554545"/>
                </a:cubicBezTo>
                <a:cubicBezTo>
                  <a:pt x="1686952" y="2588073"/>
                  <a:pt x="1475910" y="2527276"/>
                  <a:pt x="1289549" y="2554545"/>
                </a:cubicBezTo>
                <a:cubicBezTo>
                  <a:pt x="1103188" y="2581814"/>
                  <a:pt x="1039806" y="2508361"/>
                  <a:pt x="869696" y="2554545"/>
                </a:cubicBezTo>
                <a:cubicBezTo>
                  <a:pt x="699586" y="2600729"/>
                  <a:pt x="180115" y="2494722"/>
                  <a:pt x="0" y="2554545"/>
                </a:cubicBezTo>
                <a:cubicBezTo>
                  <a:pt x="-36595" y="2391739"/>
                  <a:pt x="33616" y="2211844"/>
                  <a:pt x="0" y="2018091"/>
                </a:cubicBezTo>
                <a:cubicBezTo>
                  <a:pt x="-33616" y="1824338"/>
                  <a:pt x="9876" y="1737913"/>
                  <a:pt x="0" y="1558272"/>
                </a:cubicBezTo>
                <a:cubicBezTo>
                  <a:pt x="-9876" y="1378631"/>
                  <a:pt x="16751" y="1151684"/>
                  <a:pt x="0" y="1047363"/>
                </a:cubicBezTo>
                <a:cubicBezTo>
                  <a:pt x="-16751" y="943042"/>
                  <a:pt x="4502" y="740268"/>
                  <a:pt x="0" y="562000"/>
                </a:cubicBezTo>
                <a:cubicBezTo>
                  <a:pt x="-4502" y="383732"/>
                  <a:pt x="35191" y="130424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05011902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0" dirty="0">
                <a:latin typeface="Modern Love" panose="04090805081005020601" pitchFamily="82" charset="0"/>
              </a:rPr>
              <a:t>Reverse Percentage </a:t>
            </a:r>
          </a:p>
        </p:txBody>
      </p:sp>
    </p:spTree>
    <p:extLst>
      <p:ext uri="{BB962C8B-B14F-4D97-AF65-F5344CB8AC3E}">
        <p14:creationId xmlns:p14="http://schemas.microsoft.com/office/powerpoint/2010/main" val="865510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B37EB5-043A-4B81-8F3D-8D5E37856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729" y="0"/>
            <a:ext cx="7108552" cy="13412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FC988E-423A-49D9-ACE9-CA5D2D8EA9F7}"/>
              </a:ext>
            </a:extLst>
          </p:cNvPr>
          <p:cNvSpPr txBox="1"/>
          <p:nvPr/>
        </p:nvSpPr>
        <p:spPr>
          <a:xfrm>
            <a:off x="429464" y="1175427"/>
            <a:ext cx="5474524" cy="1107996"/>
          </a:xfrm>
          <a:custGeom>
            <a:avLst/>
            <a:gdLst>
              <a:gd name="csX0" fmla="*/ 0 w 5474524"/>
              <a:gd name="csY0" fmla="*/ 0 h 1107996"/>
              <a:gd name="csX1" fmla="*/ 492707 w 5474524"/>
              <a:gd name="csY1" fmla="*/ 0 h 1107996"/>
              <a:gd name="csX2" fmla="*/ 1149650 w 5474524"/>
              <a:gd name="csY2" fmla="*/ 0 h 1107996"/>
              <a:gd name="csX3" fmla="*/ 1806593 w 5474524"/>
              <a:gd name="csY3" fmla="*/ 0 h 1107996"/>
              <a:gd name="csX4" fmla="*/ 2354045 w 5474524"/>
              <a:gd name="csY4" fmla="*/ 0 h 1107996"/>
              <a:gd name="csX5" fmla="*/ 2901498 w 5474524"/>
              <a:gd name="csY5" fmla="*/ 0 h 1107996"/>
              <a:gd name="csX6" fmla="*/ 3558441 w 5474524"/>
              <a:gd name="csY6" fmla="*/ 0 h 1107996"/>
              <a:gd name="csX7" fmla="*/ 3941657 w 5474524"/>
              <a:gd name="csY7" fmla="*/ 0 h 1107996"/>
              <a:gd name="csX8" fmla="*/ 4434364 w 5474524"/>
              <a:gd name="csY8" fmla="*/ 0 h 1107996"/>
              <a:gd name="csX9" fmla="*/ 4927072 w 5474524"/>
              <a:gd name="csY9" fmla="*/ 0 h 1107996"/>
              <a:gd name="csX10" fmla="*/ 5474524 w 5474524"/>
              <a:gd name="csY10" fmla="*/ 0 h 1107996"/>
              <a:gd name="csX11" fmla="*/ 5474524 w 5474524"/>
              <a:gd name="csY11" fmla="*/ 531838 h 1107996"/>
              <a:gd name="csX12" fmla="*/ 5474524 w 5474524"/>
              <a:gd name="csY12" fmla="*/ 1107996 h 1107996"/>
              <a:gd name="csX13" fmla="*/ 4981817 w 5474524"/>
              <a:gd name="csY13" fmla="*/ 1107996 h 1107996"/>
              <a:gd name="csX14" fmla="*/ 4434364 w 5474524"/>
              <a:gd name="csY14" fmla="*/ 1107996 h 1107996"/>
              <a:gd name="csX15" fmla="*/ 3941657 w 5474524"/>
              <a:gd name="csY15" fmla="*/ 1107996 h 1107996"/>
              <a:gd name="csX16" fmla="*/ 3448950 w 5474524"/>
              <a:gd name="csY16" fmla="*/ 1107996 h 1107996"/>
              <a:gd name="csX17" fmla="*/ 2901498 w 5474524"/>
              <a:gd name="csY17" fmla="*/ 1107996 h 1107996"/>
              <a:gd name="csX18" fmla="*/ 2408791 w 5474524"/>
              <a:gd name="csY18" fmla="*/ 1107996 h 1107996"/>
              <a:gd name="csX19" fmla="*/ 1861338 w 5474524"/>
              <a:gd name="csY19" fmla="*/ 1107996 h 1107996"/>
              <a:gd name="csX20" fmla="*/ 1313886 w 5474524"/>
              <a:gd name="csY20" fmla="*/ 1107996 h 1107996"/>
              <a:gd name="csX21" fmla="*/ 711688 w 5474524"/>
              <a:gd name="csY21" fmla="*/ 1107996 h 1107996"/>
              <a:gd name="csX22" fmla="*/ 0 w 5474524"/>
              <a:gd name="csY22" fmla="*/ 1107996 h 1107996"/>
              <a:gd name="csX23" fmla="*/ 0 w 5474524"/>
              <a:gd name="csY23" fmla="*/ 565078 h 1107996"/>
              <a:gd name="csX24" fmla="*/ 0 w 5474524"/>
              <a:gd name="csY24" fmla="*/ 0 h 1107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474524" h="1107996" fill="none" extrusionOk="0">
                <a:moveTo>
                  <a:pt x="0" y="0"/>
                </a:moveTo>
                <a:cubicBezTo>
                  <a:pt x="219270" y="-16124"/>
                  <a:pt x="384733" y="43660"/>
                  <a:pt x="492707" y="0"/>
                </a:cubicBezTo>
                <a:cubicBezTo>
                  <a:pt x="600681" y="-43660"/>
                  <a:pt x="831570" y="59662"/>
                  <a:pt x="1149650" y="0"/>
                </a:cubicBezTo>
                <a:cubicBezTo>
                  <a:pt x="1467730" y="-59662"/>
                  <a:pt x="1628959" y="39627"/>
                  <a:pt x="1806593" y="0"/>
                </a:cubicBezTo>
                <a:cubicBezTo>
                  <a:pt x="1984227" y="-39627"/>
                  <a:pt x="2116385" y="45295"/>
                  <a:pt x="2354045" y="0"/>
                </a:cubicBezTo>
                <a:cubicBezTo>
                  <a:pt x="2591705" y="-45295"/>
                  <a:pt x="2737203" y="22492"/>
                  <a:pt x="2901498" y="0"/>
                </a:cubicBezTo>
                <a:cubicBezTo>
                  <a:pt x="3065793" y="-22492"/>
                  <a:pt x="3359080" y="55444"/>
                  <a:pt x="3558441" y="0"/>
                </a:cubicBezTo>
                <a:cubicBezTo>
                  <a:pt x="3757802" y="-55444"/>
                  <a:pt x="3837511" y="38699"/>
                  <a:pt x="3941657" y="0"/>
                </a:cubicBezTo>
                <a:cubicBezTo>
                  <a:pt x="4045803" y="-38699"/>
                  <a:pt x="4306831" y="20223"/>
                  <a:pt x="4434364" y="0"/>
                </a:cubicBezTo>
                <a:cubicBezTo>
                  <a:pt x="4561897" y="-20223"/>
                  <a:pt x="4720211" y="51230"/>
                  <a:pt x="4927072" y="0"/>
                </a:cubicBezTo>
                <a:cubicBezTo>
                  <a:pt x="5133933" y="-51230"/>
                  <a:pt x="5247559" y="36194"/>
                  <a:pt x="5474524" y="0"/>
                </a:cubicBezTo>
                <a:cubicBezTo>
                  <a:pt x="5489023" y="191257"/>
                  <a:pt x="5425073" y="411779"/>
                  <a:pt x="5474524" y="531838"/>
                </a:cubicBezTo>
                <a:cubicBezTo>
                  <a:pt x="5523975" y="651897"/>
                  <a:pt x="5415375" y="991182"/>
                  <a:pt x="5474524" y="1107996"/>
                </a:cubicBezTo>
                <a:cubicBezTo>
                  <a:pt x="5372314" y="1149286"/>
                  <a:pt x="5160013" y="1096371"/>
                  <a:pt x="4981817" y="1107996"/>
                </a:cubicBezTo>
                <a:cubicBezTo>
                  <a:pt x="4803621" y="1119621"/>
                  <a:pt x="4658330" y="1056377"/>
                  <a:pt x="4434364" y="1107996"/>
                </a:cubicBezTo>
                <a:cubicBezTo>
                  <a:pt x="4210398" y="1159615"/>
                  <a:pt x="4169578" y="1105511"/>
                  <a:pt x="3941657" y="1107996"/>
                </a:cubicBezTo>
                <a:cubicBezTo>
                  <a:pt x="3713736" y="1110481"/>
                  <a:pt x="3616443" y="1106051"/>
                  <a:pt x="3448950" y="1107996"/>
                </a:cubicBezTo>
                <a:cubicBezTo>
                  <a:pt x="3281457" y="1109941"/>
                  <a:pt x="3155454" y="1100155"/>
                  <a:pt x="2901498" y="1107996"/>
                </a:cubicBezTo>
                <a:cubicBezTo>
                  <a:pt x="2647542" y="1115837"/>
                  <a:pt x="2595681" y="1071804"/>
                  <a:pt x="2408791" y="1107996"/>
                </a:cubicBezTo>
                <a:cubicBezTo>
                  <a:pt x="2221901" y="1144188"/>
                  <a:pt x="2013682" y="1082432"/>
                  <a:pt x="1861338" y="1107996"/>
                </a:cubicBezTo>
                <a:cubicBezTo>
                  <a:pt x="1708994" y="1133560"/>
                  <a:pt x="1490094" y="1064832"/>
                  <a:pt x="1313886" y="1107996"/>
                </a:cubicBezTo>
                <a:cubicBezTo>
                  <a:pt x="1137678" y="1151160"/>
                  <a:pt x="841209" y="1103389"/>
                  <a:pt x="711688" y="1107996"/>
                </a:cubicBezTo>
                <a:cubicBezTo>
                  <a:pt x="582167" y="1112603"/>
                  <a:pt x="280500" y="1057917"/>
                  <a:pt x="0" y="1107996"/>
                </a:cubicBezTo>
                <a:cubicBezTo>
                  <a:pt x="-45903" y="985534"/>
                  <a:pt x="14138" y="714389"/>
                  <a:pt x="0" y="565078"/>
                </a:cubicBezTo>
                <a:cubicBezTo>
                  <a:pt x="-14138" y="415767"/>
                  <a:pt x="28671" y="273887"/>
                  <a:pt x="0" y="0"/>
                </a:cubicBezTo>
                <a:close/>
              </a:path>
              <a:path w="5474524" h="1107996" stroke="0" extrusionOk="0">
                <a:moveTo>
                  <a:pt x="0" y="0"/>
                </a:moveTo>
                <a:cubicBezTo>
                  <a:pt x="146471" y="-5203"/>
                  <a:pt x="215057" y="44549"/>
                  <a:pt x="383217" y="0"/>
                </a:cubicBezTo>
                <a:cubicBezTo>
                  <a:pt x="551377" y="-44549"/>
                  <a:pt x="613020" y="47491"/>
                  <a:pt x="821179" y="0"/>
                </a:cubicBezTo>
                <a:cubicBezTo>
                  <a:pt x="1029338" y="-47491"/>
                  <a:pt x="1274308" y="51187"/>
                  <a:pt x="1478121" y="0"/>
                </a:cubicBezTo>
                <a:cubicBezTo>
                  <a:pt x="1681934" y="-51187"/>
                  <a:pt x="1918815" y="5958"/>
                  <a:pt x="2080319" y="0"/>
                </a:cubicBezTo>
                <a:cubicBezTo>
                  <a:pt x="2241823" y="-5958"/>
                  <a:pt x="2416515" y="37064"/>
                  <a:pt x="2518281" y="0"/>
                </a:cubicBezTo>
                <a:cubicBezTo>
                  <a:pt x="2620047" y="-37064"/>
                  <a:pt x="2837516" y="35859"/>
                  <a:pt x="3010988" y="0"/>
                </a:cubicBezTo>
                <a:cubicBezTo>
                  <a:pt x="3184460" y="-35859"/>
                  <a:pt x="3444747" y="250"/>
                  <a:pt x="3558441" y="0"/>
                </a:cubicBezTo>
                <a:cubicBezTo>
                  <a:pt x="3672135" y="-250"/>
                  <a:pt x="3892744" y="27882"/>
                  <a:pt x="3996403" y="0"/>
                </a:cubicBezTo>
                <a:cubicBezTo>
                  <a:pt x="4100062" y="-27882"/>
                  <a:pt x="4440598" y="30848"/>
                  <a:pt x="4653345" y="0"/>
                </a:cubicBezTo>
                <a:cubicBezTo>
                  <a:pt x="4866092" y="-30848"/>
                  <a:pt x="5148974" y="36781"/>
                  <a:pt x="5474524" y="0"/>
                </a:cubicBezTo>
                <a:cubicBezTo>
                  <a:pt x="5536779" y="150712"/>
                  <a:pt x="5471326" y="401943"/>
                  <a:pt x="5474524" y="553998"/>
                </a:cubicBezTo>
                <a:cubicBezTo>
                  <a:pt x="5477722" y="706053"/>
                  <a:pt x="5455898" y="961314"/>
                  <a:pt x="5474524" y="1107996"/>
                </a:cubicBezTo>
                <a:cubicBezTo>
                  <a:pt x="5326578" y="1111807"/>
                  <a:pt x="5218293" y="1090800"/>
                  <a:pt x="5091307" y="1107996"/>
                </a:cubicBezTo>
                <a:cubicBezTo>
                  <a:pt x="4964321" y="1125192"/>
                  <a:pt x="4641807" y="1057447"/>
                  <a:pt x="4489110" y="1107996"/>
                </a:cubicBezTo>
                <a:cubicBezTo>
                  <a:pt x="4336413" y="1158545"/>
                  <a:pt x="4107923" y="1064462"/>
                  <a:pt x="3941657" y="1107996"/>
                </a:cubicBezTo>
                <a:cubicBezTo>
                  <a:pt x="3775391" y="1151530"/>
                  <a:pt x="3503706" y="1103725"/>
                  <a:pt x="3394205" y="1107996"/>
                </a:cubicBezTo>
                <a:cubicBezTo>
                  <a:pt x="3284704" y="1112267"/>
                  <a:pt x="2978125" y="1095549"/>
                  <a:pt x="2737262" y="1107996"/>
                </a:cubicBezTo>
                <a:cubicBezTo>
                  <a:pt x="2496399" y="1120443"/>
                  <a:pt x="2334797" y="1062378"/>
                  <a:pt x="2189810" y="1107996"/>
                </a:cubicBezTo>
                <a:cubicBezTo>
                  <a:pt x="2044823" y="1153614"/>
                  <a:pt x="1827736" y="1095311"/>
                  <a:pt x="1642357" y="1107996"/>
                </a:cubicBezTo>
                <a:cubicBezTo>
                  <a:pt x="1456978" y="1120681"/>
                  <a:pt x="1358492" y="1075391"/>
                  <a:pt x="1204395" y="1107996"/>
                </a:cubicBezTo>
                <a:cubicBezTo>
                  <a:pt x="1050298" y="1140601"/>
                  <a:pt x="872792" y="1032123"/>
                  <a:pt x="547452" y="1107996"/>
                </a:cubicBezTo>
                <a:cubicBezTo>
                  <a:pt x="222112" y="1183869"/>
                  <a:pt x="247319" y="1070389"/>
                  <a:pt x="0" y="1107996"/>
                </a:cubicBezTo>
                <a:cubicBezTo>
                  <a:pt x="-34724" y="931620"/>
                  <a:pt x="11911" y="664956"/>
                  <a:pt x="0" y="531838"/>
                </a:cubicBezTo>
                <a:cubicBezTo>
                  <a:pt x="-11911" y="398720"/>
                  <a:pt x="5300" y="207340"/>
                  <a:pt x="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7184289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 store is having a sale. All items are 20% off. A washing machine costs £420 in the sale. What was the original price?</a:t>
            </a:r>
          </a:p>
        </p:txBody>
      </p:sp>
      <p:pic>
        <p:nvPicPr>
          <p:cNvPr id="7172" name="Picture 4" descr="Washing Machines Clipart Ideas | Clip art, Body art tattoos, Washing machine">
            <a:extLst>
              <a:ext uri="{FF2B5EF4-FFF2-40B4-BE49-F238E27FC236}">
                <a16:creationId xmlns:a16="http://schemas.microsoft.com/office/drawing/2014/main" id="{3D31249E-9364-4656-832E-6E9905FF5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24" y="2925681"/>
            <a:ext cx="1605993" cy="203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885F0D-9081-4B43-89A5-F14D0C1FD69A}"/>
              </a:ext>
            </a:extLst>
          </p:cNvPr>
          <p:cNvSpPr txBox="1"/>
          <p:nvPr/>
        </p:nvSpPr>
        <p:spPr>
          <a:xfrm>
            <a:off x="2263757" y="2436183"/>
            <a:ext cx="2247383" cy="430887"/>
          </a:xfrm>
          <a:custGeom>
            <a:avLst/>
            <a:gdLst>
              <a:gd name="csX0" fmla="*/ 0 w 2247383"/>
              <a:gd name="csY0" fmla="*/ 0 h 430887"/>
              <a:gd name="csX1" fmla="*/ 561846 w 2247383"/>
              <a:gd name="csY1" fmla="*/ 0 h 430887"/>
              <a:gd name="csX2" fmla="*/ 1168639 w 2247383"/>
              <a:gd name="csY2" fmla="*/ 0 h 430887"/>
              <a:gd name="csX3" fmla="*/ 2247383 w 2247383"/>
              <a:gd name="csY3" fmla="*/ 0 h 430887"/>
              <a:gd name="csX4" fmla="*/ 2247383 w 2247383"/>
              <a:gd name="csY4" fmla="*/ 430887 h 430887"/>
              <a:gd name="csX5" fmla="*/ 1663063 w 2247383"/>
              <a:gd name="csY5" fmla="*/ 430887 h 430887"/>
              <a:gd name="csX6" fmla="*/ 1078744 w 2247383"/>
              <a:gd name="csY6" fmla="*/ 430887 h 430887"/>
              <a:gd name="csX7" fmla="*/ 539372 w 2247383"/>
              <a:gd name="csY7" fmla="*/ 430887 h 430887"/>
              <a:gd name="csX8" fmla="*/ 0 w 2247383"/>
              <a:gd name="csY8" fmla="*/ 430887 h 430887"/>
              <a:gd name="csX9" fmla="*/ 0 w 2247383"/>
              <a:gd name="csY9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247383" h="430887" extrusionOk="0">
                <a:moveTo>
                  <a:pt x="0" y="0"/>
                </a:moveTo>
                <a:cubicBezTo>
                  <a:pt x="113387" y="-45804"/>
                  <a:pt x="340069" y="66263"/>
                  <a:pt x="561846" y="0"/>
                </a:cubicBezTo>
                <a:cubicBezTo>
                  <a:pt x="783623" y="-66263"/>
                  <a:pt x="909745" y="30417"/>
                  <a:pt x="1168639" y="0"/>
                </a:cubicBezTo>
                <a:cubicBezTo>
                  <a:pt x="1427533" y="-30417"/>
                  <a:pt x="1877051" y="105321"/>
                  <a:pt x="2247383" y="0"/>
                </a:cubicBezTo>
                <a:cubicBezTo>
                  <a:pt x="2279279" y="190346"/>
                  <a:pt x="2207391" y="269684"/>
                  <a:pt x="2247383" y="430887"/>
                </a:cubicBezTo>
                <a:cubicBezTo>
                  <a:pt x="1955671" y="487438"/>
                  <a:pt x="1917479" y="377323"/>
                  <a:pt x="1663063" y="430887"/>
                </a:cubicBezTo>
                <a:cubicBezTo>
                  <a:pt x="1408647" y="484451"/>
                  <a:pt x="1347141" y="399697"/>
                  <a:pt x="1078744" y="430887"/>
                </a:cubicBezTo>
                <a:cubicBezTo>
                  <a:pt x="810347" y="462077"/>
                  <a:pt x="689879" y="422605"/>
                  <a:pt x="539372" y="430887"/>
                </a:cubicBezTo>
                <a:cubicBezTo>
                  <a:pt x="388865" y="439169"/>
                  <a:pt x="268558" y="425504"/>
                  <a:pt x="0" y="430887"/>
                </a:cubicBezTo>
                <a:cubicBezTo>
                  <a:pt x="-44847" y="333237"/>
                  <a:pt x="9929" y="105062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Original = 100%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A47DC-41D3-4834-83E6-997A9C11CA00}"/>
              </a:ext>
            </a:extLst>
          </p:cNvPr>
          <p:cNvSpPr txBox="1"/>
          <p:nvPr/>
        </p:nvSpPr>
        <p:spPr>
          <a:xfrm>
            <a:off x="2263756" y="2867070"/>
            <a:ext cx="2677886" cy="430887"/>
          </a:xfrm>
          <a:custGeom>
            <a:avLst/>
            <a:gdLst>
              <a:gd name="csX0" fmla="*/ 0 w 2677886"/>
              <a:gd name="csY0" fmla="*/ 0 h 430887"/>
              <a:gd name="csX1" fmla="*/ 535577 w 2677886"/>
              <a:gd name="csY1" fmla="*/ 0 h 430887"/>
              <a:gd name="csX2" fmla="*/ 1124712 w 2677886"/>
              <a:gd name="csY2" fmla="*/ 0 h 430887"/>
              <a:gd name="csX3" fmla="*/ 1713847 w 2677886"/>
              <a:gd name="csY3" fmla="*/ 0 h 430887"/>
              <a:gd name="csX4" fmla="*/ 2169088 w 2677886"/>
              <a:gd name="csY4" fmla="*/ 0 h 430887"/>
              <a:gd name="csX5" fmla="*/ 2677886 w 2677886"/>
              <a:gd name="csY5" fmla="*/ 0 h 430887"/>
              <a:gd name="csX6" fmla="*/ 2677886 w 2677886"/>
              <a:gd name="csY6" fmla="*/ 430887 h 430887"/>
              <a:gd name="csX7" fmla="*/ 2222645 w 2677886"/>
              <a:gd name="csY7" fmla="*/ 430887 h 430887"/>
              <a:gd name="csX8" fmla="*/ 1660289 w 2677886"/>
              <a:gd name="csY8" fmla="*/ 430887 h 430887"/>
              <a:gd name="csX9" fmla="*/ 1071154 w 2677886"/>
              <a:gd name="csY9" fmla="*/ 430887 h 430887"/>
              <a:gd name="csX10" fmla="*/ 535577 w 2677886"/>
              <a:gd name="csY10" fmla="*/ 430887 h 430887"/>
              <a:gd name="csX11" fmla="*/ 0 w 2677886"/>
              <a:gd name="csY11" fmla="*/ 430887 h 430887"/>
              <a:gd name="csX12" fmla="*/ 0 w 2677886"/>
              <a:gd name="csY12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77886" h="430887" extrusionOk="0">
                <a:moveTo>
                  <a:pt x="0" y="0"/>
                </a:moveTo>
                <a:cubicBezTo>
                  <a:pt x="189743" y="-49671"/>
                  <a:pt x="348257" y="47840"/>
                  <a:pt x="535577" y="0"/>
                </a:cubicBezTo>
                <a:cubicBezTo>
                  <a:pt x="722897" y="-47840"/>
                  <a:pt x="869396" y="26188"/>
                  <a:pt x="1124712" y="0"/>
                </a:cubicBezTo>
                <a:cubicBezTo>
                  <a:pt x="1380029" y="-26188"/>
                  <a:pt x="1488756" y="13766"/>
                  <a:pt x="1713847" y="0"/>
                </a:cubicBezTo>
                <a:cubicBezTo>
                  <a:pt x="1938939" y="-13766"/>
                  <a:pt x="1984399" y="6013"/>
                  <a:pt x="2169088" y="0"/>
                </a:cubicBezTo>
                <a:cubicBezTo>
                  <a:pt x="2353777" y="-6013"/>
                  <a:pt x="2557593" y="18805"/>
                  <a:pt x="2677886" y="0"/>
                </a:cubicBezTo>
                <a:cubicBezTo>
                  <a:pt x="2697660" y="209658"/>
                  <a:pt x="2642446" y="306449"/>
                  <a:pt x="2677886" y="430887"/>
                </a:cubicBezTo>
                <a:cubicBezTo>
                  <a:pt x="2561811" y="467235"/>
                  <a:pt x="2383440" y="414149"/>
                  <a:pt x="2222645" y="430887"/>
                </a:cubicBezTo>
                <a:cubicBezTo>
                  <a:pt x="2061850" y="447625"/>
                  <a:pt x="1777841" y="411117"/>
                  <a:pt x="1660289" y="430887"/>
                </a:cubicBezTo>
                <a:cubicBezTo>
                  <a:pt x="1542737" y="450657"/>
                  <a:pt x="1307927" y="367598"/>
                  <a:pt x="1071154" y="430887"/>
                </a:cubicBezTo>
                <a:cubicBezTo>
                  <a:pt x="834382" y="494176"/>
                  <a:pt x="733929" y="419652"/>
                  <a:pt x="535577" y="430887"/>
                </a:cubicBezTo>
                <a:cubicBezTo>
                  <a:pt x="337225" y="442122"/>
                  <a:pt x="176897" y="396622"/>
                  <a:pt x="0" y="430887"/>
                </a:cubicBezTo>
                <a:cubicBezTo>
                  <a:pt x="-22594" y="215737"/>
                  <a:pt x="46882" y="127401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Sale = 100% - 20%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65B7A4-ED98-45D6-82B8-6EBDF09AFFF2}"/>
              </a:ext>
            </a:extLst>
          </p:cNvPr>
          <p:cNvSpPr txBox="1"/>
          <p:nvPr/>
        </p:nvSpPr>
        <p:spPr>
          <a:xfrm>
            <a:off x="4840297" y="2867070"/>
            <a:ext cx="1063691" cy="430887"/>
          </a:xfrm>
          <a:custGeom>
            <a:avLst/>
            <a:gdLst>
              <a:gd name="csX0" fmla="*/ 0 w 1063691"/>
              <a:gd name="csY0" fmla="*/ 0 h 430887"/>
              <a:gd name="csX1" fmla="*/ 531846 w 1063691"/>
              <a:gd name="csY1" fmla="*/ 0 h 430887"/>
              <a:gd name="csX2" fmla="*/ 1063691 w 1063691"/>
              <a:gd name="csY2" fmla="*/ 0 h 430887"/>
              <a:gd name="csX3" fmla="*/ 1063691 w 1063691"/>
              <a:gd name="csY3" fmla="*/ 430887 h 430887"/>
              <a:gd name="csX4" fmla="*/ 542482 w 1063691"/>
              <a:gd name="csY4" fmla="*/ 430887 h 430887"/>
              <a:gd name="csX5" fmla="*/ 0 w 1063691"/>
              <a:gd name="csY5" fmla="*/ 430887 h 430887"/>
              <a:gd name="csX6" fmla="*/ 0 w 1063691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63691" h="430887" extrusionOk="0">
                <a:moveTo>
                  <a:pt x="0" y="0"/>
                </a:moveTo>
                <a:cubicBezTo>
                  <a:pt x="193502" y="-56721"/>
                  <a:pt x="295930" y="2810"/>
                  <a:pt x="531846" y="0"/>
                </a:cubicBezTo>
                <a:cubicBezTo>
                  <a:pt x="767762" y="-2810"/>
                  <a:pt x="872337" y="10653"/>
                  <a:pt x="1063691" y="0"/>
                </a:cubicBezTo>
                <a:cubicBezTo>
                  <a:pt x="1081461" y="184179"/>
                  <a:pt x="1059861" y="253949"/>
                  <a:pt x="1063691" y="430887"/>
                </a:cubicBezTo>
                <a:cubicBezTo>
                  <a:pt x="826915" y="482051"/>
                  <a:pt x="771043" y="381011"/>
                  <a:pt x="542482" y="430887"/>
                </a:cubicBezTo>
                <a:cubicBezTo>
                  <a:pt x="313921" y="480763"/>
                  <a:pt x="139637" y="385595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80%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0C7BEC-EA5C-4501-B91F-8C7A916CB43E}"/>
              </a:ext>
            </a:extLst>
          </p:cNvPr>
          <p:cNvSpPr txBox="1"/>
          <p:nvPr/>
        </p:nvSpPr>
        <p:spPr>
          <a:xfrm>
            <a:off x="3062454" y="3398155"/>
            <a:ext cx="1760376" cy="430887"/>
          </a:xfrm>
          <a:custGeom>
            <a:avLst/>
            <a:gdLst>
              <a:gd name="csX0" fmla="*/ 0 w 1760376"/>
              <a:gd name="csY0" fmla="*/ 0 h 430887"/>
              <a:gd name="csX1" fmla="*/ 586792 w 1760376"/>
              <a:gd name="csY1" fmla="*/ 0 h 430887"/>
              <a:gd name="csX2" fmla="*/ 1208792 w 1760376"/>
              <a:gd name="csY2" fmla="*/ 0 h 430887"/>
              <a:gd name="csX3" fmla="*/ 1760376 w 1760376"/>
              <a:gd name="csY3" fmla="*/ 0 h 430887"/>
              <a:gd name="csX4" fmla="*/ 1760376 w 1760376"/>
              <a:gd name="csY4" fmla="*/ 430887 h 430887"/>
              <a:gd name="csX5" fmla="*/ 1155980 w 1760376"/>
              <a:gd name="csY5" fmla="*/ 430887 h 430887"/>
              <a:gd name="csX6" fmla="*/ 551584 w 1760376"/>
              <a:gd name="csY6" fmla="*/ 430887 h 430887"/>
              <a:gd name="csX7" fmla="*/ 0 w 1760376"/>
              <a:gd name="csY7" fmla="*/ 430887 h 430887"/>
              <a:gd name="csX8" fmla="*/ 0 w 1760376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60376" h="430887" extrusionOk="0">
                <a:moveTo>
                  <a:pt x="0" y="0"/>
                </a:moveTo>
                <a:cubicBezTo>
                  <a:pt x="167950" y="-60923"/>
                  <a:pt x="467791" y="27031"/>
                  <a:pt x="586792" y="0"/>
                </a:cubicBezTo>
                <a:cubicBezTo>
                  <a:pt x="705793" y="-27031"/>
                  <a:pt x="1053114" y="29891"/>
                  <a:pt x="1208792" y="0"/>
                </a:cubicBezTo>
                <a:cubicBezTo>
                  <a:pt x="1364470" y="-29891"/>
                  <a:pt x="1490803" y="43189"/>
                  <a:pt x="1760376" y="0"/>
                </a:cubicBezTo>
                <a:cubicBezTo>
                  <a:pt x="1792272" y="190346"/>
                  <a:pt x="1720384" y="269684"/>
                  <a:pt x="1760376" y="430887"/>
                </a:cubicBezTo>
                <a:cubicBezTo>
                  <a:pt x="1499700" y="487701"/>
                  <a:pt x="1335375" y="419367"/>
                  <a:pt x="1155980" y="430887"/>
                </a:cubicBezTo>
                <a:cubicBezTo>
                  <a:pt x="976585" y="442407"/>
                  <a:pt x="706942" y="412983"/>
                  <a:pt x="551584" y="430887"/>
                </a:cubicBezTo>
                <a:cubicBezTo>
                  <a:pt x="396226" y="448791"/>
                  <a:pt x="154604" y="367417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£420 = 80%</a:t>
            </a:r>
          </a:p>
        </p:txBody>
      </p:sp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2C14BD0A-9E85-4667-A8A8-6B4CCCC79D10}"/>
              </a:ext>
            </a:extLst>
          </p:cNvPr>
          <p:cNvSpPr/>
          <p:nvPr/>
        </p:nvSpPr>
        <p:spPr>
          <a:xfrm>
            <a:off x="2497023" y="3613598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460B73B9-3E02-43B7-AC4B-E5F2CDAAA295}"/>
              </a:ext>
            </a:extLst>
          </p:cNvPr>
          <p:cNvSpPr/>
          <p:nvPr/>
        </p:nvSpPr>
        <p:spPr>
          <a:xfrm flipH="1">
            <a:off x="4840297" y="3560681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BD70B7-3CC7-4699-8D6D-A71CD52B1590}"/>
                  </a:ext>
                </a:extLst>
              </p:cNvPr>
              <p:cNvSpPr txBox="1"/>
              <p:nvPr/>
            </p:nvSpPr>
            <p:spPr>
              <a:xfrm>
                <a:off x="4609265" y="3684285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80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BD70B7-3CC7-4699-8D6D-A71CD52B1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265" y="3684285"/>
                <a:ext cx="68967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68B814-03C1-4369-ADC9-48CAD033B9AF}"/>
                  </a:ext>
                </a:extLst>
              </p:cNvPr>
              <p:cNvSpPr txBox="1"/>
              <p:nvPr/>
            </p:nvSpPr>
            <p:spPr>
              <a:xfrm>
                <a:off x="2524735" y="3729249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80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68B814-03C1-4369-ADC9-48CAD033B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735" y="3729249"/>
                <a:ext cx="68967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7E5031B-9026-49DC-A2A9-75CD6B1840BD}"/>
              </a:ext>
            </a:extLst>
          </p:cNvPr>
          <p:cNvSpPr txBox="1"/>
          <p:nvPr/>
        </p:nvSpPr>
        <p:spPr>
          <a:xfrm>
            <a:off x="4072772" y="4075877"/>
            <a:ext cx="880188" cy="430887"/>
          </a:xfrm>
          <a:custGeom>
            <a:avLst/>
            <a:gdLst>
              <a:gd name="csX0" fmla="*/ 0 w 880188"/>
              <a:gd name="csY0" fmla="*/ 0 h 430887"/>
              <a:gd name="csX1" fmla="*/ 440094 w 880188"/>
              <a:gd name="csY1" fmla="*/ 0 h 430887"/>
              <a:gd name="csX2" fmla="*/ 880188 w 880188"/>
              <a:gd name="csY2" fmla="*/ 0 h 430887"/>
              <a:gd name="csX3" fmla="*/ 880188 w 880188"/>
              <a:gd name="csY3" fmla="*/ 430887 h 430887"/>
              <a:gd name="csX4" fmla="*/ 448896 w 880188"/>
              <a:gd name="csY4" fmla="*/ 430887 h 430887"/>
              <a:gd name="csX5" fmla="*/ 0 w 880188"/>
              <a:gd name="csY5" fmla="*/ 430887 h 430887"/>
              <a:gd name="csX6" fmla="*/ 0 w 880188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0188" h="430887" extrusionOk="0">
                <a:moveTo>
                  <a:pt x="0" y="0"/>
                </a:moveTo>
                <a:cubicBezTo>
                  <a:pt x="93732" y="-43319"/>
                  <a:pt x="348147" y="44634"/>
                  <a:pt x="440094" y="0"/>
                </a:cubicBezTo>
                <a:cubicBezTo>
                  <a:pt x="532041" y="-44634"/>
                  <a:pt x="732319" y="36988"/>
                  <a:pt x="880188" y="0"/>
                </a:cubicBezTo>
                <a:cubicBezTo>
                  <a:pt x="897958" y="184179"/>
                  <a:pt x="876358" y="253949"/>
                  <a:pt x="880188" y="430887"/>
                </a:cubicBezTo>
                <a:cubicBezTo>
                  <a:pt x="743743" y="469459"/>
                  <a:pt x="656127" y="408672"/>
                  <a:pt x="448896" y="430887"/>
                </a:cubicBezTo>
                <a:cubicBezTo>
                  <a:pt x="241665" y="453102"/>
                  <a:pt x="118029" y="421437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040ADE-3AA8-4212-B02B-D5194A3E5785}"/>
              </a:ext>
            </a:extLst>
          </p:cNvPr>
          <p:cNvSpPr txBox="1"/>
          <p:nvPr/>
        </p:nvSpPr>
        <p:spPr>
          <a:xfrm>
            <a:off x="3065207" y="4075877"/>
            <a:ext cx="914441" cy="430887"/>
          </a:xfrm>
          <a:custGeom>
            <a:avLst/>
            <a:gdLst>
              <a:gd name="csX0" fmla="*/ 0 w 914441"/>
              <a:gd name="csY0" fmla="*/ 0 h 430887"/>
              <a:gd name="csX1" fmla="*/ 457221 w 914441"/>
              <a:gd name="csY1" fmla="*/ 0 h 430887"/>
              <a:gd name="csX2" fmla="*/ 914441 w 914441"/>
              <a:gd name="csY2" fmla="*/ 0 h 430887"/>
              <a:gd name="csX3" fmla="*/ 914441 w 914441"/>
              <a:gd name="csY3" fmla="*/ 430887 h 430887"/>
              <a:gd name="csX4" fmla="*/ 466365 w 914441"/>
              <a:gd name="csY4" fmla="*/ 430887 h 430887"/>
              <a:gd name="csX5" fmla="*/ 0 w 914441"/>
              <a:gd name="csY5" fmla="*/ 430887 h 430887"/>
              <a:gd name="csX6" fmla="*/ 0 w 914441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14441" h="430887" extrusionOk="0">
                <a:moveTo>
                  <a:pt x="0" y="0"/>
                </a:moveTo>
                <a:cubicBezTo>
                  <a:pt x="211176" y="-23755"/>
                  <a:pt x="310831" y="6928"/>
                  <a:pt x="457221" y="0"/>
                </a:cubicBezTo>
                <a:cubicBezTo>
                  <a:pt x="603611" y="-6928"/>
                  <a:pt x="776288" y="4165"/>
                  <a:pt x="914441" y="0"/>
                </a:cubicBezTo>
                <a:cubicBezTo>
                  <a:pt x="932211" y="184179"/>
                  <a:pt x="910611" y="253949"/>
                  <a:pt x="914441" y="430887"/>
                </a:cubicBezTo>
                <a:cubicBezTo>
                  <a:pt x="708881" y="455700"/>
                  <a:pt x="657881" y="413926"/>
                  <a:pt x="466365" y="430887"/>
                </a:cubicBezTo>
                <a:cubicBezTo>
                  <a:pt x="274849" y="447848"/>
                  <a:pt x="186820" y="384460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£5.25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CE4379-9FE8-4CDB-A78B-E4D2AE7958C5}"/>
              </a:ext>
            </a:extLst>
          </p:cNvPr>
          <p:cNvSpPr txBox="1"/>
          <p:nvPr/>
        </p:nvSpPr>
        <p:spPr>
          <a:xfrm>
            <a:off x="3771631" y="4830696"/>
            <a:ext cx="1225028" cy="430887"/>
          </a:xfrm>
          <a:custGeom>
            <a:avLst/>
            <a:gdLst>
              <a:gd name="csX0" fmla="*/ 0 w 1225028"/>
              <a:gd name="csY0" fmla="*/ 0 h 430887"/>
              <a:gd name="csX1" fmla="*/ 408343 w 1225028"/>
              <a:gd name="csY1" fmla="*/ 0 h 430887"/>
              <a:gd name="csX2" fmla="*/ 841186 w 1225028"/>
              <a:gd name="csY2" fmla="*/ 0 h 430887"/>
              <a:gd name="csX3" fmla="*/ 1225028 w 1225028"/>
              <a:gd name="csY3" fmla="*/ 0 h 430887"/>
              <a:gd name="csX4" fmla="*/ 1225028 w 1225028"/>
              <a:gd name="csY4" fmla="*/ 430887 h 430887"/>
              <a:gd name="csX5" fmla="*/ 804435 w 1225028"/>
              <a:gd name="csY5" fmla="*/ 430887 h 430887"/>
              <a:gd name="csX6" fmla="*/ 383842 w 1225028"/>
              <a:gd name="csY6" fmla="*/ 430887 h 430887"/>
              <a:gd name="csX7" fmla="*/ 0 w 1225028"/>
              <a:gd name="csY7" fmla="*/ 430887 h 430887"/>
              <a:gd name="csX8" fmla="*/ 0 w 1225028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25028" h="430887" extrusionOk="0">
                <a:moveTo>
                  <a:pt x="0" y="0"/>
                </a:moveTo>
                <a:cubicBezTo>
                  <a:pt x="111746" y="-16940"/>
                  <a:pt x="283716" y="22577"/>
                  <a:pt x="408343" y="0"/>
                </a:cubicBezTo>
                <a:cubicBezTo>
                  <a:pt x="532970" y="-22577"/>
                  <a:pt x="723754" y="26601"/>
                  <a:pt x="841186" y="0"/>
                </a:cubicBezTo>
                <a:cubicBezTo>
                  <a:pt x="958618" y="-26601"/>
                  <a:pt x="1121364" y="12981"/>
                  <a:pt x="1225028" y="0"/>
                </a:cubicBezTo>
                <a:cubicBezTo>
                  <a:pt x="1256924" y="190346"/>
                  <a:pt x="1185036" y="269684"/>
                  <a:pt x="1225028" y="430887"/>
                </a:cubicBezTo>
                <a:cubicBezTo>
                  <a:pt x="1136217" y="465078"/>
                  <a:pt x="949017" y="391049"/>
                  <a:pt x="804435" y="430887"/>
                </a:cubicBezTo>
                <a:cubicBezTo>
                  <a:pt x="659853" y="470725"/>
                  <a:pt x="474380" y="401895"/>
                  <a:pt x="383842" y="430887"/>
                </a:cubicBezTo>
                <a:cubicBezTo>
                  <a:pt x="293304" y="459879"/>
                  <a:pt x="189682" y="396041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100%</a:t>
            </a:r>
          </a:p>
        </p:txBody>
      </p:sp>
      <p:sp>
        <p:nvSpPr>
          <p:cNvPr id="20" name="Arrow: Curved Right 19">
            <a:extLst>
              <a:ext uri="{FF2B5EF4-FFF2-40B4-BE49-F238E27FC236}">
                <a16:creationId xmlns:a16="http://schemas.microsoft.com/office/drawing/2014/main" id="{D346D1F5-64CD-417A-8992-16B046DA59FB}"/>
              </a:ext>
            </a:extLst>
          </p:cNvPr>
          <p:cNvSpPr/>
          <p:nvPr/>
        </p:nvSpPr>
        <p:spPr>
          <a:xfrm>
            <a:off x="2497023" y="4403633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71A1C366-8103-40D2-92D9-484C9B9F2675}"/>
              </a:ext>
            </a:extLst>
          </p:cNvPr>
          <p:cNvSpPr/>
          <p:nvPr/>
        </p:nvSpPr>
        <p:spPr>
          <a:xfrm flipH="1">
            <a:off x="4840297" y="4350716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C0B8F1-8F9D-4624-86A9-751E56ADC4E3}"/>
              </a:ext>
            </a:extLst>
          </p:cNvPr>
          <p:cNvSpPr txBox="1"/>
          <p:nvPr/>
        </p:nvSpPr>
        <p:spPr>
          <a:xfrm>
            <a:off x="4609265" y="4474320"/>
            <a:ext cx="689677" cy="369332"/>
          </a:xfrm>
          <a:custGeom>
            <a:avLst/>
            <a:gdLst>
              <a:gd name="csX0" fmla="*/ 0 w 689677"/>
              <a:gd name="csY0" fmla="*/ 0 h 369332"/>
              <a:gd name="csX1" fmla="*/ 344839 w 689677"/>
              <a:gd name="csY1" fmla="*/ 0 h 369332"/>
              <a:gd name="csX2" fmla="*/ 689677 w 689677"/>
              <a:gd name="csY2" fmla="*/ 0 h 369332"/>
              <a:gd name="csX3" fmla="*/ 689677 w 689677"/>
              <a:gd name="csY3" fmla="*/ 369332 h 369332"/>
              <a:gd name="csX4" fmla="*/ 351735 w 689677"/>
              <a:gd name="csY4" fmla="*/ 369332 h 369332"/>
              <a:gd name="csX5" fmla="*/ 0 w 689677"/>
              <a:gd name="csY5" fmla="*/ 369332 h 369332"/>
              <a:gd name="csX6" fmla="*/ 0 w 689677"/>
              <a:gd name="csY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9677" h="369332" extrusionOk="0">
                <a:moveTo>
                  <a:pt x="0" y="0"/>
                </a:moveTo>
                <a:cubicBezTo>
                  <a:pt x="166879" y="-28672"/>
                  <a:pt x="243086" y="394"/>
                  <a:pt x="344839" y="0"/>
                </a:cubicBezTo>
                <a:cubicBezTo>
                  <a:pt x="446592" y="-394"/>
                  <a:pt x="620492" y="13496"/>
                  <a:pt x="689677" y="0"/>
                </a:cubicBezTo>
                <a:cubicBezTo>
                  <a:pt x="723609" y="128799"/>
                  <a:pt x="678768" y="256626"/>
                  <a:pt x="689677" y="369332"/>
                </a:cubicBezTo>
                <a:cubicBezTo>
                  <a:pt x="607482" y="391873"/>
                  <a:pt x="463972" y="360151"/>
                  <a:pt x="351735" y="369332"/>
                </a:cubicBezTo>
                <a:cubicBezTo>
                  <a:pt x="239498" y="378513"/>
                  <a:pt x="109075" y="359110"/>
                  <a:pt x="0" y="369332"/>
                </a:cubicBezTo>
                <a:cubicBezTo>
                  <a:pt x="-39520" y="230137"/>
                  <a:pt x="14780" y="8282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x100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BCD033-E531-4FE8-975A-6EF152E6A3CE}"/>
              </a:ext>
            </a:extLst>
          </p:cNvPr>
          <p:cNvSpPr txBox="1"/>
          <p:nvPr/>
        </p:nvSpPr>
        <p:spPr>
          <a:xfrm>
            <a:off x="2524735" y="4519284"/>
            <a:ext cx="689677" cy="369332"/>
          </a:xfrm>
          <a:custGeom>
            <a:avLst/>
            <a:gdLst>
              <a:gd name="csX0" fmla="*/ 0 w 689677"/>
              <a:gd name="csY0" fmla="*/ 0 h 369332"/>
              <a:gd name="csX1" fmla="*/ 344839 w 689677"/>
              <a:gd name="csY1" fmla="*/ 0 h 369332"/>
              <a:gd name="csX2" fmla="*/ 689677 w 689677"/>
              <a:gd name="csY2" fmla="*/ 0 h 369332"/>
              <a:gd name="csX3" fmla="*/ 689677 w 689677"/>
              <a:gd name="csY3" fmla="*/ 369332 h 369332"/>
              <a:gd name="csX4" fmla="*/ 351735 w 689677"/>
              <a:gd name="csY4" fmla="*/ 369332 h 369332"/>
              <a:gd name="csX5" fmla="*/ 0 w 689677"/>
              <a:gd name="csY5" fmla="*/ 369332 h 369332"/>
              <a:gd name="csX6" fmla="*/ 0 w 689677"/>
              <a:gd name="csY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9677" h="369332" extrusionOk="0">
                <a:moveTo>
                  <a:pt x="0" y="0"/>
                </a:moveTo>
                <a:cubicBezTo>
                  <a:pt x="166879" y="-28672"/>
                  <a:pt x="243086" y="394"/>
                  <a:pt x="344839" y="0"/>
                </a:cubicBezTo>
                <a:cubicBezTo>
                  <a:pt x="446592" y="-394"/>
                  <a:pt x="620492" y="13496"/>
                  <a:pt x="689677" y="0"/>
                </a:cubicBezTo>
                <a:cubicBezTo>
                  <a:pt x="723609" y="128799"/>
                  <a:pt x="678768" y="256626"/>
                  <a:pt x="689677" y="369332"/>
                </a:cubicBezTo>
                <a:cubicBezTo>
                  <a:pt x="607482" y="391873"/>
                  <a:pt x="463972" y="360151"/>
                  <a:pt x="351735" y="369332"/>
                </a:cubicBezTo>
                <a:cubicBezTo>
                  <a:pt x="239498" y="378513"/>
                  <a:pt x="109075" y="359110"/>
                  <a:pt x="0" y="369332"/>
                </a:cubicBezTo>
                <a:cubicBezTo>
                  <a:pt x="-39520" y="230137"/>
                  <a:pt x="14780" y="8282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x100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2A2E3A-7544-44B5-BDE0-EF69AE9B385A}"/>
              </a:ext>
            </a:extLst>
          </p:cNvPr>
          <p:cNvSpPr txBox="1"/>
          <p:nvPr/>
        </p:nvSpPr>
        <p:spPr>
          <a:xfrm>
            <a:off x="2958661" y="4837133"/>
            <a:ext cx="914441" cy="430887"/>
          </a:xfrm>
          <a:custGeom>
            <a:avLst/>
            <a:gdLst>
              <a:gd name="csX0" fmla="*/ 0 w 914441"/>
              <a:gd name="csY0" fmla="*/ 0 h 430887"/>
              <a:gd name="csX1" fmla="*/ 457221 w 914441"/>
              <a:gd name="csY1" fmla="*/ 0 h 430887"/>
              <a:gd name="csX2" fmla="*/ 914441 w 914441"/>
              <a:gd name="csY2" fmla="*/ 0 h 430887"/>
              <a:gd name="csX3" fmla="*/ 914441 w 914441"/>
              <a:gd name="csY3" fmla="*/ 430887 h 430887"/>
              <a:gd name="csX4" fmla="*/ 466365 w 914441"/>
              <a:gd name="csY4" fmla="*/ 430887 h 430887"/>
              <a:gd name="csX5" fmla="*/ 0 w 914441"/>
              <a:gd name="csY5" fmla="*/ 430887 h 430887"/>
              <a:gd name="csX6" fmla="*/ 0 w 914441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14441" h="430887" extrusionOk="0">
                <a:moveTo>
                  <a:pt x="0" y="0"/>
                </a:moveTo>
                <a:cubicBezTo>
                  <a:pt x="211176" y="-23755"/>
                  <a:pt x="310831" y="6928"/>
                  <a:pt x="457221" y="0"/>
                </a:cubicBezTo>
                <a:cubicBezTo>
                  <a:pt x="603611" y="-6928"/>
                  <a:pt x="776288" y="4165"/>
                  <a:pt x="914441" y="0"/>
                </a:cubicBezTo>
                <a:cubicBezTo>
                  <a:pt x="932211" y="184179"/>
                  <a:pt x="910611" y="253949"/>
                  <a:pt x="914441" y="430887"/>
                </a:cubicBezTo>
                <a:cubicBezTo>
                  <a:pt x="708881" y="455700"/>
                  <a:pt x="657881" y="413926"/>
                  <a:pt x="466365" y="430887"/>
                </a:cubicBezTo>
                <a:cubicBezTo>
                  <a:pt x="274849" y="447848"/>
                  <a:pt x="186820" y="384460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£525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F7EBEB-EC3C-422B-8873-B05DCF677203}"/>
              </a:ext>
            </a:extLst>
          </p:cNvPr>
          <p:cNvSpPr txBox="1"/>
          <p:nvPr/>
        </p:nvSpPr>
        <p:spPr>
          <a:xfrm>
            <a:off x="6419181" y="1156397"/>
            <a:ext cx="5396425" cy="1107996"/>
          </a:xfrm>
          <a:custGeom>
            <a:avLst/>
            <a:gdLst>
              <a:gd name="csX0" fmla="*/ 0 w 5396425"/>
              <a:gd name="csY0" fmla="*/ 0 h 1107996"/>
              <a:gd name="csX1" fmla="*/ 653567 w 5396425"/>
              <a:gd name="csY1" fmla="*/ 0 h 1107996"/>
              <a:gd name="csX2" fmla="*/ 1253170 w 5396425"/>
              <a:gd name="csY2" fmla="*/ 0 h 1107996"/>
              <a:gd name="csX3" fmla="*/ 1744844 w 5396425"/>
              <a:gd name="csY3" fmla="*/ 0 h 1107996"/>
              <a:gd name="csX4" fmla="*/ 2452375 w 5396425"/>
              <a:gd name="csY4" fmla="*/ 0 h 1107996"/>
              <a:gd name="csX5" fmla="*/ 3159907 w 5396425"/>
              <a:gd name="csY5" fmla="*/ 0 h 1107996"/>
              <a:gd name="csX6" fmla="*/ 3759509 w 5396425"/>
              <a:gd name="csY6" fmla="*/ 0 h 1107996"/>
              <a:gd name="csX7" fmla="*/ 4359112 w 5396425"/>
              <a:gd name="csY7" fmla="*/ 0 h 1107996"/>
              <a:gd name="csX8" fmla="*/ 5396425 w 5396425"/>
              <a:gd name="csY8" fmla="*/ 0 h 1107996"/>
              <a:gd name="csX9" fmla="*/ 5396425 w 5396425"/>
              <a:gd name="csY9" fmla="*/ 520758 h 1107996"/>
              <a:gd name="csX10" fmla="*/ 5396425 w 5396425"/>
              <a:gd name="csY10" fmla="*/ 1107996 h 1107996"/>
              <a:gd name="csX11" fmla="*/ 4850786 w 5396425"/>
              <a:gd name="csY11" fmla="*/ 1107996 h 1107996"/>
              <a:gd name="csX12" fmla="*/ 4305148 w 5396425"/>
              <a:gd name="csY12" fmla="*/ 1107996 h 1107996"/>
              <a:gd name="csX13" fmla="*/ 3867438 w 5396425"/>
              <a:gd name="csY13" fmla="*/ 1107996 h 1107996"/>
              <a:gd name="csX14" fmla="*/ 3267835 w 5396425"/>
              <a:gd name="csY14" fmla="*/ 1107996 h 1107996"/>
              <a:gd name="csX15" fmla="*/ 2560304 w 5396425"/>
              <a:gd name="csY15" fmla="*/ 1107996 h 1107996"/>
              <a:gd name="csX16" fmla="*/ 1960701 w 5396425"/>
              <a:gd name="csY16" fmla="*/ 1107996 h 1107996"/>
              <a:gd name="csX17" fmla="*/ 1415063 w 5396425"/>
              <a:gd name="csY17" fmla="*/ 1107996 h 1107996"/>
              <a:gd name="csX18" fmla="*/ 869424 w 5396425"/>
              <a:gd name="csY18" fmla="*/ 1107996 h 1107996"/>
              <a:gd name="csX19" fmla="*/ 0 w 5396425"/>
              <a:gd name="csY19" fmla="*/ 1107996 h 1107996"/>
              <a:gd name="csX20" fmla="*/ 0 w 5396425"/>
              <a:gd name="csY20" fmla="*/ 565078 h 1107996"/>
              <a:gd name="csX21" fmla="*/ 0 w 5396425"/>
              <a:gd name="csY21" fmla="*/ 0 h 1107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396425" h="1107996" fill="none" extrusionOk="0">
                <a:moveTo>
                  <a:pt x="0" y="0"/>
                </a:moveTo>
                <a:cubicBezTo>
                  <a:pt x="152060" y="-25584"/>
                  <a:pt x="490973" y="65460"/>
                  <a:pt x="653567" y="0"/>
                </a:cubicBezTo>
                <a:cubicBezTo>
                  <a:pt x="816161" y="-65460"/>
                  <a:pt x="1095194" y="66228"/>
                  <a:pt x="1253170" y="0"/>
                </a:cubicBezTo>
                <a:cubicBezTo>
                  <a:pt x="1411146" y="-66228"/>
                  <a:pt x="1646021" y="13465"/>
                  <a:pt x="1744844" y="0"/>
                </a:cubicBezTo>
                <a:cubicBezTo>
                  <a:pt x="1843667" y="-13465"/>
                  <a:pt x="2302360" y="11881"/>
                  <a:pt x="2452375" y="0"/>
                </a:cubicBezTo>
                <a:cubicBezTo>
                  <a:pt x="2602390" y="-11881"/>
                  <a:pt x="2981757" y="60689"/>
                  <a:pt x="3159907" y="0"/>
                </a:cubicBezTo>
                <a:cubicBezTo>
                  <a:pt x="3338057" y="-60689"/>
                  <a:pt x="3623066" y="23862"/>
                  <a:pt x="3759509" y="0"/>
                </a:cubicBezTo>
                <a:cubicBezTo>
                  <a:pt x="3895952" y="-23862"/>
                  <a:pt x="4102046" y="567"/>
                  <a:pt x="4359112" y="0"/>
                </a:cubicBezTo>
                <a:cubicBezTo>
                  <a:pt x="4616178" y="-567"/>
                  <a:pt x="5180554" y="3571"/>
                  <a:pt x="5396425" y="0"/>
                </a:cubicBezTo>
                <a:cubicBezTo>
                  <a:pt x="5424095" y="175959"/>
                  <a:pt x="5375176" y="320767"/>
                  <a:pt x="5396425" y="520758"/>
                </a:cubicBezTo>
                <a:cubicBezTo>
                  <a:pt x="5417674" y="720749"/>
                  <a:pt x="5373753" y="939957"/>
                  <a:pt x="5396425" y="1107996"/>
                </a:cubicBezTo>
                <a:cubicBezTo>
                  <a:pt x="5202492" y="1121361"/>
                  <a:pt x="5031914" y="1098287"/>
                  <a:pt x="4850786" y="1107996"/>
                </a:cubicBezTo>
                <a:cubicBezTo>
                  <a:pt x="4669658" y="1117705"/>
                  <a:pt x="4557930" y="1057309"/>
                  <a:pt x="4305148" y="1107996"/>
                </a:cubicBezTo>
                <a:cubicBezTo>
                  <a:pt x="4052366" y="1158683"/>
                  <a:pt x="4048850" y="1073783"/>
                  <a:pt x="3867438" y="1107996"/>
                </a:cubicBezTo>
                <a:cubicBezTo>
                  <a:pt x="3686026" y="1142209"/>
                  <a:pt x="3519528" y="1103430"/>
                  <a:pt x="3267835" y="1107996"/>
                </a:cubicBezTo>
                <a:cubicBezTo>
                  <a:pt x="3016142" y="1112562"/>
                  <a:pt x="2702065" y="1069313"/>
                  <a:pt x="2560304" y="1107996"/>
                </a:cubicBezTo>
                <a:cubicBezTo>
                  <a:pt x="2418543" y="1146679"/>
                  <a:pt x="2258199" y="1102637"/>
                  <a:pt x="1960701" y="1107996"/>
                </a:cubicBezTo>
                <a:cubicBezTo>
                  <a:pt x="1663203" y="1113355"/>
                  <a:pt x="1683970" y="1095587"/>
                  <a:pt x="1415063" y="1107996"/>
                </a:cubicBezTo>
                <a:cubicBezTo>
                  <a:pt x="1146156" y="1120405"/>
                  <a:pt x="1009390" y="1092215"/>
                  <a:pt x="869424" y="1107996"/>
                </a:cubicBezTo>
                <a:cubicBezTo>
                  <a:pt x="729458" y="1123777"/>
                  <a:pt x="272518" y="1007049"/>
                  <a:pt x="0" y="1107996"/>
                </a:cubicBezTo>
                <a:cubicBezTo>
                  <a:pt x="-5153" y="995803"/>
                  <a:pt x="43370" y="693997"/>
                  <a:pt x="0" y="565078"/>
                </a:cubicBezTo>
                <a:cubicBezTo>
                  <a:pt x="-43370" y="436159"/>
                  <a:pt x="16306" y="247777"/>
                  <a:pt x="0" y="0"/>
                </a:cubicBezTo>
                <a:close/>
              </a:path>
              <a:path w="5396425" h="1107996" stroke="0" extrusionOk="0">
                <a:moveTo>
                  <a:pt x="0" y="0"/>
                </a:moveTo>
                <a:cubicBezTo>
                  <a:pt x="97913" y="-33373"/>
                  <a:pt x="317250" y="37133"/>
                  <a:pt x="437710" y="0"/>
                </a:cubicBezTo>
                <a:cubicBezTo>
                  <a:pt x="558170" y="-37133"/>
                  <a:pt x="715886" y="42572"/>
                  <a:pt x="929384" y="0"/>
                </a:cubicBezTo>
                <a:cubicBezTo>
                  <a:pt x="1142882" y="-42572"/>
                  <a:pt x="1351026" y="65653"/>
                  <a:pt x="1636916" y="0"/>
                </a:cubicBezTo>
                <a:cubicBezTo>
                  <a:pt x="1922806" y="-65653"/>
                  <a:pt x="2151596" y="59845"/>
                  <a:pt x="2290483" y="0"/>
                </a:cubicBezTo>
                <a:cubicBezTo>
                  <a:pt x="2429370" y="-59845"/>
                  <a:pt x="2540048" y="42562"/>
                  <a:pt x="2782157" y="0"/>
                </a:cubicBezTo>
                <a:cubicBezTo>
                  <a:pt x="3024266" y="-42562"/>
                  <a:pt x="3181709" y="8122"/>
                  <a:pt x="3327795" y="0"/>
                </a:cubicBezTo>
                <a:cubicBezTo>
                  <a:pt x="3473881" y="-8122"/>
                  <a:pt x="3686013" y="38422"/>
                  <a:pt x="3927398" y="0"/>
                </a:cubicBezTo>
                <a:cubicBezTo>
                  <a:pt x="4168783" y="-38422"/>
                  <a:pt x="4291551" y="24327"/>
                  <a:pt x="4419072" y="0"/>
                </a:cubicBezTo>
                <a:cubicBezTo>
                  <a:pt x="4546593" y="-24327"/>
                  <a:pt x="5065252" y="62863"/>
                  <a:pt x="5396425" y="0"/>
                </a:cubicBezTo>
                <a:cubicBezTo>
                  <a:pt x="5428892" y="209576"/>
                  <a:pt x="5350018" y="361946"/>
                  <a:pt x="5396425" y="531838"/>
                </a:cubicBezTo>
                <a:cubicBezTo>
                  <a:pt x="5442832" y="701730"/>
                  <a:pt x="5356423" y="978111"/>
                  <a:pt x="5396425" y="1107996"/>
                </a:cubicBezTo>
                <a:cubicBezTo>
                  <a:pt x="5157393" y="1123563"/>
                  <a:pt x="5020988" y="1096415"/>
                  <a:pt x="4904751" y="1107996"/>
                </a:cubicBezTo>
                <a:cubicBezTo>
                  <a:pt x="4788514" y="1119577"/>
                  <a:pt x="4628553" y="1047767"/>
                  <a:pt x="4359112" y="1107996"/>
                </a:cubicBezTo>
                <a:cubicBezTo>
                  <a:pt x="4089671" y="1168225"/>
                  <a:pt x="3959190" y="1048251"/>
                  <a:pt x="3705545" y="1107996"/>
                </a:cubicBezTo>
                <a:cubicBezTo>
                  <a:pt x="3451900" y="1167741"/>
                  <a:pt x="3370138" y="1090918"/>
                  <a:pt x="3105942" y="1107996"/>
                </a:cubicBezTo>
                <a:cubicBezTo>
                  <a:pt x="2841746" y="1125074"/>
                  <a:pt x="2790091" y="1055447"/>
                  <a:pt x="2506340" y="1107996"/>
                </a:cubicBezTo>
                <a:cubicBezTo>
                  <a:pt x="2222589" y="1160545"/>
                  <a:pt x="1945384" y="1043748"/>
                  <a:pt x="1798808" y="1107996"/>
                </a:cubicBezTo>
                <a:cubicBezTo>
                  <a:pt x="1652232" y="1172244"/>
                  <a:pt x="1426608" y="1107560"/>
                  <a:pt x="1199206" y="1107996"/>
                </a:cubicBezTo>
                <a:cubicBezTo>
                  <a:pt x="971804" y="1108432"/>
                  <a:pt x="820358" y="1044494"/>
                  <a:pt x="599603" y="1107996"/>
                </a:cubicBezTo>
                <a:cubicBezTo>
                  <a:pt x="378848" y="1171498"/>
                  <a:pt x="228380" y="1073630"/>
                  <a:pt x="0" y="1107996"/>
                </a:cubicBezTo>
                <a:cubicBezTo>
                  <a:pt x="-40873" y="913872"/>
                  <a:pt x="5597" y="661972"/>
                  <a:pt x="0" y="531838"/>
                </a:cubicBezTo>
                <a:cubicBezTo>
                  <a:pt x="-5597" y="401704"/>
                  <a:pt x="24012" y="237138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7184289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 necklace increases by 15% due to popular demand. It now costs £230. What was the original price of the necklace?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6EBE86-951C-4D86-AB2E-FA13DDC39BE2}"/>
              </a:ext>
            </a:extLst>
          </p:cNvPr>
          <p:cNvSpPr txBox="1"/>
          <p:nvPr/>
        </p:nvSpPr>
        <p:spPr>
          <a:xfrm>
            <a:off x="8480530" y="2494794"/>
            <a:ext cx="2247383" cy="430887"/>
          </a:xfrm>
          <a:custGeom>
            <a:avLst/>
            <a:gdLst>
              <a:gd name="csX0" fmla="*/ 0 w 2247383"/>
              <a:gd name="csY0" fmla="*/ 0 h 430887"/>
              <a:gd name="csX1" fmla="*/ 561846 w 2247383"/>
              <a:gd name="csY1" fmla="*/ 0 h 430887"/>
              <a:gd name="csX2" fmla="*/ 1168639 w 2247383"/>
              <a:gd name="csY2" fmla="*/ 0 h 430887"/>
              <a:gd name="csX3" fmla="*/ 2247383 w 2247383"/>
              <a:gd name="csY3" fmla="*/ 0 h 430887"/>
              <a:gd name="csX4" fmla="*/ 2247383 w 2247383"/>
              <a:gd name="csY4" fmla="*/ 430887 h 430887"/>
              <a:gd name="csX5" fmla="*/ 1663063 w 2247383"/>
              <a:gd name="csY5" fmla="*/ 430887 h 430887"/>
              <a:gd name="csX6" fmla="*/ 1078744 w 2247383"/>
              <a:gd name="csY6" fmla="*/ 430887 h 430887"/>
              <a:gd name="csX7" fmla="*/ 539372 w 2247383"/>
              <a:gd name="csY7" fmla="*/ 430887 h 430887"/>
              <a:gd name="csX8" fmla="*/ 0 w 2247383"/>
              <a:gd name="csY8" fmla="*/ 430887 h 430887"/>
              <a:gd name="csX9" fmla="*/ 0 w 2247383"/>
              <a:gd name="csY9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247383" h="430887" extrusionOk="0">
                <a:moveTo>
                  <a:pt x="0" y="0"/>
                </a:moveTo>
                <a:cubicBezTo>
                  <a:pt x="113387" y="-45804"/>
                  <a:pt x="340069" y="66263"/>
                  <a:pt x="561846" y="0"/>
                </a:cubicBezTo>
                <a:cubicBezTo>
                  <a:pt x="783623" y="-66263"/>
                  <a:pt x="909745" y="30417"/>
                  <a:pt x="1168639" y="0"/>
                </a:cubicBezTo>
                <a:cubicBezTo>
                  <a:pt x="1427533" y="-30417"/>
                  <a:pt x="1877051" y="105321"/>
                  <a:pt x="2247383" y="0"/>
                </a:cubicBezTo>
                <a:cubicBezTo>
                  <a:pt x="2279279" y="190346"/>
                  <a:pt x="2207391" y="269684"/>
                  <a:pt x="2247383" y="430887"/>
                </a:cubicBezTo>
                <a:cubicBezTo>
                  <a:pt x="1955671" y="487438"/>
                  <a:pt x="1917479" y="377323"/>
                  <a:pt x="1663063" y="430887"/>
                </a:cubicBezTo>
                <a:cubicBezTo>
                  <a:pt x="1408647" y="484451"/>
                  <a:pt x="1347141" y="399697"/>
                  <a:pt x="1078744" y="430887"/>
                </a:cubicBezTo>
                <a:cubicBezTo>
                  <a:pt x="810347" y="462077"/>
                  <a:pt x="689879" y="422605"/>
                  <a:pt x="539372" y="430887"/>
                </a:cubicBezTo>
                <a:cubicBezTo>
                  <a:pt x="388865" y="439169"/>
                  <a:pt x="268558" y="425504"/>
                  <a:pt x="0" y="430887"/>
                </a:cubicBezTo>
                <a:cubicBezTo>
                  <a:pt x="-44847" y="333237"/>
                  <a:pt x="9929" y="105062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Original = 100%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3043B8-DF57-46CE-A82F-25581EFC43D6}"/>
              </a:ext>
            </a:extLst>
          </p:cNvPr>
          <p:cNvSpPr txBox="1"/>
          <p:nvPr/>
        </p:nvSpPr>
        <p:spPr>
          <a:xfrm>
            <a:off x="8480529" y="2925681"/>
            <a:ext cx="2677886" cy="430887"/>
          </a:xfrm>
          <a:custGeom>
            <a:avLst/>
            <a:gdLst>
              <a:gd name="csX0" fmla="*/ 0 w 2677886"/>
              <a:gd name="csY0" fmla="*/ 0 h 430887"/>
              <a:gd name="csX1" fmla="*/ 535577 w 2677886"/>
              <a:gd name="csY1" fmla="*/ 0 h 430887"/>
              <a:gd name="csX2" fmla="*/ 1124712 w 2677886"/>
              <a:gd name="csY2" fmla="*/ 0 h 430887"/>
              <a:gd name="csX3" fmla="*/ 1713847 w 2677886"/>
              <a:gd name="csY3" fmla="*/ 0 h 430887"/>
              <a:gd name="csX4" fmla="*/ 2169088 w 2677886"/>
              <a:gd name="csY4" fmla="*/ 0 h 430887"/>
              <a:gd name="csX5" fmla="*/ 2677886 w 2677886"/>
              <a:gd name="csY5" fmla="*/ 0 h 430887"/>
              <a:gd name="csX6" fmla="*/ 2677886 w 2677886"/>
              <a:gd name="csY6" fmla="*/ 430887 h 430887"/>
              <a:gd name="csX7" fmla="*/ 2222645 w 2677886"/>
              <a:gd name="csY7" fmla="*/ 430887 h 430887"/>
              <a:gd name="csX8" fmla="*/ 1660289 w 2677886"/>
              <a:gd name="csY8" fmla="*/ 430887 h 430887"/>
              <a:gd name="csX9" fmla="*/ 1071154 w 2677886"/>
              <a:gd name="csY9" fmla="*/ 430887 h 430887"/>
              <a:gd name="csX10" fmla="*/ 535577 w 2677886"/>
              <a:gd name="csY10" fmla="*/ 430887 h 430887"/>
              <a:gd name="csX11" fmla="*/ 0 w 2677886"/>
              <a:gd name="csY11" fmla="*/ 430887 h 430887"/>
              <a:gd name="csX12" fmla="*/ 0 w 2677886"/>
              <a:gd name="csY12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77886" h="430887" extrusionOk="0">
                <a:moveTo>
                  <a:pt x="0" y="0"/>
                </a:moveTo>
                <a:cubicBezTo>
                  <a:pt x="189743" y="-49671"/>
                  <a:pt x="348257" y="47840"/>
                  <a:pt x="535577" y="0"/>
                </a:cubicBezTo>
                <a:cubicBezTo>
                  <a:pt x="722897" y="-47840"/>
                  <a:pt x="869396" y="26188"/>
                  <a:pt x="1124712" y="0"/>
                </a:cubicBezTo>
                <a:cubicBezTo>
                  <a:pt x="1380029" y="-26188"/>
                  <a:pt x="1488756" y="13766"/>
                  <a:pt x="1713847" y="0"/>
                </a:cubicBezTo>
                <a:cubicBezTo>
                  <a:pt x="1938939" y="-13766"/>
                  <a:pt x="1984399" y="6013"/>
                  <a:pt x="2169088" y="0"/>
                </a:cubicBezTo>
                <a:cubicBezTo>
                  <a:pt x="2353777" y="-6013"/>
                  <a:pt x="2557593" y="18805"/>
                  <a:pt x="2677886" y="0"/>
                </a:cubicBezTo>
                <a:cubicBezTo>
                  <a:pt x="2697660" y="209658"/>
                  <a:pt x="2642446" y="306449"/>
                  <a:pt x="2677886" y="430887"/>
                </a:cubicBezTo>
                <a:cubicBezTo>
                  <a:pt x="2561811" y="467235"/>
                  <a:pt x="2383440" y="414149"/>
                  <a:pt x="2222645" y="430887"/>
                </a:cubicBezTo>
                <a:cubicBezTo>
                  <a:pt x="2061850" y="447625"/>
                  <a:pt x="1777841" y="411117"/>
                  <a:pt x="1660289" y="430887"/>
                </a:cubicBezTo>
                <a:cubicBezTo>
                  <a:pt x="1542737" y="450657"/>
                  <a:pt x="1307927" y="367598"/>
                  <a:pt x="1071154" y="430887"/>
                </a:cubicBezTo>
                <a:cubicBezTo>
                  <a:pt x="834382" y="494176"/>
                  <a:pt x="733929" y="419652"/>
                  <a:pt x="535577" y="430887"/>
                </a:cubicBezTo>
                <a:cubicBezTo>
                  <a:pt x="337225" y="442122"/>
                  <a:pt x="176897" y="396622"/>
                  <a:pt x="0" y="430887"/>
                </a:cubicBezTo>
                <a:cubicBezTo>
                  <a:pt x="-22594" y="215737"/>
                  <a:pt x="46882" y="127401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Sale = 100% + 15%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6B78D2-209E-4C11-B36A-F449D37DA861}"/>
              </a:ext>
            </a:extLst>
          </p:cNvPr>
          <p:cNvSpPr txBox="1"/>
          <p:nvPr/>
        </p:nvSpPr>
        <p:spPr>
          <a:xfrm>
            <a:off x="11057070" y="2925681"/>
            <a:ext cx="1134930" cy="430887"/>
          </a:xfrm>
          <a:custGeom>
            <a:avLst/>
            <a:gdLst>
              <a:gd name="csX0" fmla="*/ 0 w 1134930"/>
              <a:gd name="csY0" fmla="*/ 0 h 430887"/>
              <a:gd name="csX1" fmla="*/ 567465 w 1134930"/>
              <a:gd name="csY1" fmla="*/ 0 h 430887"/>
              <a:gd name="csX2" fmla="*/ 1134930 w 1134930"/>
              <a:gd name="csY2" fmla="*/ 0 h 430887"/>
              <a:gd name="csX3" fmla="*/ 1134930 w 1134930"/>
              <a:gd name="csY3" fmla="*/ 430887 h 430887"/>
              <a:gd name="csX4" fmla="*/ 578814 w 1134930"/>
              <a:gd name="csY4" fmla="*/ 430887 h 430887"/>
              <a:gd name="csX5" fmla="*/ 0 w 1134930"/>
              <a:gd name="csY5" fmla="*/ 430887 h 430887"/>
              <a:gd name="csX6" fmla="*/ 0 w 1134930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34930" h="430887" extrusionOk="0">
                <a:moveTo>
                  <a:pt x="0" y="0"/>
                </a:moveTo>
                <a:cubicBezTo>
                  <a:pt x="122529" y="-30650"/>
                  <a:pt x="362028" y="3134"/>
                  <a:pt x="567465" y="0"/>
                </a:cubicBezTo>
                <a:cubicBezTo>
                  <a:pt x="772903" y="-3134"/>
                  <a:pt x="865429" y="12327"/>
                  <a:pt x="1134930" y="0"/>
                </a:cubicBezTo>
                <a:cubicBezTo>
                  <a:pt x="1152700" y="184179"/>
                  <a:pt x="1131100" y="253949"/>
                  <a:pt x="1134930" y="430887"/>
                </a:cubicBezTo>
                <a:cubicBezTo>
                  <a:pt x="891751" y="477181"/>
                  <a:pt x="739765" y="423705"/>
                  <a:pt x="578814" y="430887"/>
                </a:cubicBezTo>
                <a:cubicBezTo>
                  <a:pt x="417863" y="438069"/>
                  <a:pt x="169069" y="368463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115%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86C1D6-97CA-405B-9D93-D7D2CA5263F9}"/>
              </a:ext>
            </a:extLst>
          </p:cNvPr>
          <p:cNvSpPr txBox="1"/>
          <p:nvPr/>
        </p:nvSpPr>
        <p:spPr>
          <a:xfrm>
            <a:off x="9248415" y="3456766"/>
            <a:ext cx="1890506" cy="430887"/>
          </a:xfrm>
          <a:custGeom>
            <a:avLst/>
            <a:gdLst>
              <a:gd name="csX0" fmla="*/ 0 w 1890506"/>
              <a:gd name="csY0" fmla="*/ 0 h 430887"/>
              <a:gd name="csX1" fmla="*/ 472627 w 1890506"/>
              <a:gd name="csY1" fmla="*/ 0 h 430887"/>
              <a:gd name="csX2" fmla="*/ 983063 w 1890506"/>
              <a:gd name="csY2" fmla="*/ 0 h 430887"/>
              <a:gd name="csX3" fmla="*/ 1890506 w 1890506"/>
              <a:gd name="csY3" fmla="*/ 0 h 430887"/>
              <a:gd name="csX4" fmla="*/ 1890506 w 1890506"/>
              <a:gd name="csY4" fmla="*/ 430887 h 430887"/>
              <a:gd name="csX5" fmla="*/ 1398974 w 1890506"/>
              <a:gd name="csY5" fmla="*/ 430887 h 430887"/>
              <a:gd name="csX6" fmla="*/ 907443 w 1890506"/>
              <a:gd name="csY6" fmla="*/ 430887 h 430887"/>
              <a:gd name="csX7" fmla="*/ 453721 w 1890506"/>
              <a:gd name="csY7" fmla="*/ 430887 h 430887"/>
              <a:gd name="csX8" fmla="*/ 0 w 1890506"/>
              <a:gd name="csY8" fmla="*/ 430887 h 430887"/>
              <a:gd name="csX9" fmla="*/ 0 w 1890506"/>
              <a:gd name="csY9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890506" h="430887" extrusionOk="0">
                <a:moveTo>
                  <a:pt x="0" y="0"/>
                </a:moveTo>
                <a:cubicBezTo>
                  <a:pt x="213970" y="-45707"/>
                  <a:pt x="354032" y="39357"/>
                  <a:pt x="472627" y="0"/>
                </a:cubicBezTo>
                <a:cubicBezTo>
                  <a:pt x="591222" y="-39357"/>
                  <a:pt x="833056" y="51"/>
                  <a:pt x="983063" y="0"/>
                </a:cubicBezTo>
                <a:cubicBezTo>
                  <a:pt x="1133070" y="-51"/>
                  <a:pt x="1556865" y="33632"/>
                  <a:pt x="1890506" y="0"/>
                </a:cubicBezTo>
                <a:cubicBezTo>
                  <a:pt x="1922402" y="190346"/>
                  <a:pt x="1850514" y="269684"/>
                  <a:pt x="1890506" y="430887"/>
                </a:cubicBezTo>
                <a:cubicBezTo>
                  <a:pt x="1690677" y="455329"/>
                  <a:pt x="1613967" y="404491"/>
                  <a:pt x="1398974" y="430887"/>
                </a:cubicBezTo>
                <a:cubicBezTo>
                  <a:pt x="1183981" y="457283"/>
                  <a:pt x="1029863" y="408110"/>
                  <a:pt x="907443" y="430887"/>
                </a:cubicBezTo>
                <a:cubicBezTo>
                  <a:pt x="785023" y="453664"/>
                  <a:pt x="617859" y="405384"/>
                  <a:pt x="453721" y="430887"/>
                </a:cubicBezTo>
                <a:cubicBezTo>
                  <a:pt x="289583" y="456390"/>
                  <a:pt x="119807" y="422553"/>
                  <a:pt x="0" y="430887"/>
                </a:cubicBezTo>
                <a:cubicBezTo>
                  <a:pt x="-44847" y="333237"/>
                  <a:pt x="9929" y="105062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£230 = 115%</a:t>
            </a:r>
          </a:p>
        </p:txBody>
      </p:sp>
      <p:sp>
        <p:nvSpPr>
          <p:cNvPr id="31" name="Arrow: Curved Right 30">
            <a:extLst>
              <a:ext uri="{FF2B5EF4-FFF2-40B4-BE49-F238E27FC236}">
                <a16:creationId xmlns:a16="http://schemas.microsoft.com/office/drawing/2014/main" id="{9895F34A-13C6-42E2-AC59-ACA2464D46F2}"/>
              </a:ext>
            </a:extLst>
          </p:cNvPr>
          <p:cNvSpPr/>
          <p:nvPr/>
        </p:nvSpPr>
        <p:spPr>
          <a:xfrm>
            <a:off x="8713796" y="3672209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Arrow: Curved Right 31">
            <a:extLst>
              <a:ext uri="{FF2B5EF4-FFF2-40B4-BE49-F238E27FC236}">
                <a16:creationId xmlns:a16="http://schemas.microsoft.com/office/drawing/2014/main" id="{87956ADD-81D4-4214-A32B-F85A82C28620}"/>
              </a:ext>
            </a:extLst>
          </p:cNvPr>
          <p:cNvSpPr/>
          <p:nvPr/>
        </p:nvSpPr>
        <p:spPr>
          <a:xfrm flipH="1">
            <a:off x="11057070" y="3619292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43AAEF8-D261-4358-ABD8-9CC27639CD08}"/>
                  </a:ext>
                </a:extLst>
              </p:cNvPr>
              <p:cNvSpPr txBox="1"/>
              <p:nvPr/>
            </p:nvSpPr>
            <p:spPr>
              <a:xfrm>
                <a:off x="10801386" y="3759704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115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43AAEF8-D261-4358-ABD8-9CC27639C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1386" y="3759704"/>
                <a:ext cx="689677" cy="369332"/>
              </a:xfrm>
              <a:prstGeom prst="rect">
                <a:avLst/>
              </a:prstGeom>
              <a:blipFill>
                <a:blip r:embed="rId6"/>
                <a:stretch>
                  <a:fillRect r="-6195"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9BEAF7-77DC-4DA2-9C82-FBDF7290FDB3}"/>
                  </a:ext>
                </a:extLst>
              </p:cNvPr>
              <p:cNvSpPr txBox="1"/>
              <p:nvPr/>
            </p:nvSpPr>
            <p:spPr>
              <a:xfrm>
                <a:off x="8741508" y="3787860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115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9BEAF7-77DC-4DA2-9C82-FBDF7290F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508" y="3787860"/>
                <a:ext cx="689677" cy="369332"/>
              </a:xfrm>
              <a:prstGeom prst="rect">
                <a:avLst/>
              </a:prstGeom>
              <a:blipFill>
                <a:blip r:embed="rId7"/>
                <a:stretch>
                  <a:fillRect r="-6195"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55BB504C-7AE6-4A35-A30F-F93ABFCC81FC}"/>
              </a:ext>
            </a:extLst>
          </p:cNvPr>
          <p:cNvSpPr txBox="1"/>
          <p:nvPr/>
        </p:nvSpPr>
        <p:spPr>
          <a:xfrm>
            <a:off x="10107501" y="4173036"/>
            <a:ext cx="880188" cy="430887"/>
          </a:xfrm>
          <a:custGeom>
            <a:avLst/>
            <a:gdLst>
              <a:gd name="csX0" fmla="*/ 0 w 880188"/>
              <a:gd name="csY0" fmla="*/ 0 h 430887"/>
              <a:gd name="csX1" fmla="*/ 440094 w 880188"/>
              <a:gd name="csY1" fmla="*/ 0 h 430887"/>
              <a:gd name="csX2" fmla="*/ 880188 w 880188"/>
              <a:gd name="csY2" fmla="*/ 0 h 430887"/>
              <a:gd name="csX3" fmla="*/ 880188 w 880188"/>
              <a:gd name="csY3" fmla="*/ 430887 h 430887"/>
              <a:gd name="csX4" fmla="*/ 448896 w 880188"/>
              <a:gd name="csY4" fmla="*/ 430887 h 430887"/>
              <a:gd name="csX5" fmla="*/ 0 w 880188"/>
              <a:gd name="csY5" fmla="*/ 430887 h 430887"/>
              <a:gd name="csX6" fmla="*/ 0 w 880188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0188" h="430887" extrusionOk="0">
                <a:moveTo>
                  <a:pt x="0" y="0"/>
                </a:moveTo>
                <a:cubicBezTo>
                  <a:pt x="93732" y="-43319"/>
                  <a:pt x="348147" y="44634"/>
                  <a:pt x="440094" y="0"/>
                </a:cubicBezTo>
                <a:cubicBezTo>
                  <a:pt x="532041" y="-44634"/>
                  <a:pt x="732319" y="36988"/>
                  <a:pt x="880188" y="0"/>
                </a:cubicBezTo>
                <a:cubicBezTo>
                  <a:pt x="897958" y="184179"/>
                  <a:pt x="876358" y="253949"/>
                  <a:pt x="880188" y="430887"/>
                </a:cubicBezTo>
                <a:cubicBezTo>
                  <a:pt x="743743" y="469459"/>
                  <a:pt x="656127" y="408672"/>
                  <a:pt x="448896" y="430887"/>
                </a:cubicBezTo>
                <a:cubicBezTo>
                  <a:pt x="241665" y="453102"/>
                  <a:pt x="118029" y="421437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A0EEEA-F55A-46B1-8E91-B80170D1D607}"/>
              </a:ext>
            </a:extLst>
          </p:cNvPr>
          <p:cNvSpPr txBox="1"/>
          <p:nvPr/>
        </p:nvSpPr>
        <p:spPr>
          <a:xfrm>
            <a:off x="9458897" y="4153221"/>
            <a:ext cx="914441" cy="430887"/>
          </a:xfrm>
          <a:custGeom>
            <a:avLst/>
            <a:gdLst>
              <a:gd name="csX0" fmla="*/ 0 w 914441"/>
              <a:gd name="csY0" fmla="*/ 0 h 430887"/>
              <a:gd name="csX1" fmla="*/ 457221 w 914441"/>
              <a:gd name="csY1" fmla="*/ 0 h 430887"/>
              <a:gd name="csX2" fmla="*/ 914441 w 914441"/>
              <a:gd name="csY2" fmla="*/ 0 h 430887"/>
              <a:gd name="csX3" fmla="*/ 914441 w 914441"/>
              <a:gd name="csY3" fmla="*/ 430887 h 430887"/>
              <a:gd name="csX4" fmla="*/ 466365 w 914441"/>
              <a:gd name="csY4" fmla="*/ 430887 h 430887"/>
              <a:gd name="csX5" fmla="*/ 0 w 914441"/>
              <a:gd name="csY5" fmla="*/ 430887 h 430887"/>
              <a:gd name="csX6" fmla="*/ 0 w 914441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14441" h="430887" extrusionOk="0">
                <a:moveTo>
                  <a:pt x="0" y="0"/>
                </a:moveTo>
                <a:cubicBezTo>
                  <a:pt x="211176" y="-23755"/>
                  <a:pt x="310831" y="6928"/>
                  <a:pt x="457221" y="0"/>
                </a:cubicBezTo>
                <a:cubicBezTo>
                  <a:pt x="603611" y="-6928"/>
                  <a:pt x="776288" y="4165"/>
                  <a:pt x="914441" y="0"/>
                </a:cubicBezTo>
                <a:cubicBezTo>
                  <a:pt x="932211" y="184179"/>
                  <a:pt x="910611" y="253949"/>
                  <a:pt x="914441" y="430887"/>
                </a:cubicBezTo>
                <a:cubicBezTo>
                  <a:pt x="708881" y="455700"/>
                  <a:pt x="657881" y="413926"/>
                  <a:pt x="466365" y="430887"/>
                </a:cubicBezTo>
                <a:cubicBezTo>
                  <a:pt x="274849" y="447848"/>
                  <a:pt x="186820" y="384460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677624-F9A1-4E07-B1C1-5D2DD4375FCA}"/>
              </a:ext>
            </a:extLst>
          </p:cNvPr>
          <p:cNvSpPr txBox="1"/>
          <p:nvPr/>
        </p:nvSpPr>
        <p:spPr>
          <a:xfrm>
            <a:off x="9988404" y="4889307"/>
            <a:ext cx="1225028" cy="430887"/>
          </a:xfrm>
          <a:custGeom>
            <a:avLst/>
            <a:gdLst>
              <a:gd name="csX0" fmla="*/ 0 w 1225028"/>
              <a:gd name="csY0" fmla="*/ 0 h 430887"/>
              <a:gd name="csX1" fmla="*/ 408343 w 1225028"/>
              <a:gd name="csY1" fmla="*/ 0 h 430887"/>
              <a:gd name="csX2" fmla="*/ 841186 w 1225028"/>
              <a:gd name="csY2" fmla="*/ 0 h 430887"/>
              <a:gd name="csX3" fmla="*/ 1225028 w 1225028"/>
              <a:gd name="csY3" fmla="*/ 0 h 430887"/>
              <a:gd name="csX4" fmla="*/ 1225028 w 1225028"/>
              <a:gd name="csY4" fmla="*/ 430887 h 430887"/>
              <a:gd name="csX5" fmla="*/ 804435 w 1225028"/>
              <a:gd name="csY5" fmla="*/ 430887 h 430887"/>
              <a:gd name="csX6" fmla="*/ 383842 w 1225028"/>
              <a:gd name="csY6" fmla="*/ 430887 h 430887"/>
              <a:gd name="csX7" fmla="*/ 0 w 1225028"/>
              <a:gd name="csY7" fmla="*/ 430887 h 430887"/>
              <a:gd name="csX8" fmla="*/ 0 w 1225028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25028" h="430887" extrusionOk="0">
                <a:moveTo>
                  <a:pt x="0" y="0"/>
                </a:moveTo>
                <a:cubicBezTo>
                  <a:pt x="111746" y="-16940"/>
                  <a:pt x="283716" y="22577"/>
                  <a:pt x="408343" y="0"/>
                </a:cubicBezTo>
                <a:cubicBezTo>
                  <a:pt x="532970" y="-22577"/>
                  <a:pt x="723754" y="26601"/>
                  <a:pt x="841186" y="0"/>
                </a:cubicBezTo>
                <a:cubicBezTo>
                  <a:pt x="958618" y="-26601"/>
                  <a:pt x="1121364" y="12981"/>
                  <a:pt x="1225028" y="0"/>
                </a:cubicBezTo>
                <a:cubicBezTo>
                  <a:pt x="1256924" y="190346"/>
                  <a:pt x="1185036" y="269684"/>
                  <a:pt x="1225028" y="430887"/>
                </a:cubicBezTo>
                <a:cubicBezTo>
                  <a:pt x="1136217" y="465078"/>
                  <a:pt x="949017" y="391049"/>
                  <a:pt x="804435" y="430887"/>
                </a:cubicBezTo>
                <a:cubicBezTo>
                  <a:pt x="659853" y="470725"/>
                  <a:pt x="474380" y="401895"/>
                  <a:pt x="383842" y="430887"/>
                </a:cubicBezTo>
                <a:cubicBezTo>
                  <a:pt x="293304" y="459879"/>
                  <a:pt x="189682" y="396041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100%</a:t>
            </a:r>
          </a:p>
        </p:txBody>
      </p:sp>
      <p:sp>
        <p:nvSpPr>
          <p:cNvPr id="38" name="Arrow: Curved Right 37">
            <a:extLst>
              <a:ext uri="{FF2B5EF4-FFF2-40B4-BE49-F238E27FC236}">
                <a16:creationId xmlns:a16="http://schemas.microsoft.com/office/drawing/2014/main" id="{D0F74290-5C76-4D68-8AA4-F6BD8F15A78B}"/>
              </a:ext>
            </a:extLst>
          </p:cNvPr>
          <p:cNvSpPr/>
          <p:nvPr/>
        </p:nvSpPr>
        <p:spPr>
          <a:xfrm>
            <a:off x="8713796" y="4462244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Arrow: Curved Right 38">
            <a:extLst>
              <a:ext uri="{FF2B5EF4-FFF2-40B4-BE49-F238E27FC236}">
                <a16:creationId xmlns:a16="http://schemas.microsoft.com/office/drawing/2014/main" id="{50A85816-CCE7-40D3-8F8C-8A256DFFBBB8}"/>
              </a:ext>
            </a:extLst>
          </p:cNvPr>
          <p:cNvSpPr/>
          <p:nvPr/>
        </p:nvSpPr>
        <p:spPr>
          <a:xfrm flipH="1">
            <a:off x="11057070" y="4409327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6C584A-813D-4671-9199-CEC9E9F495AF}"/>
              </a:ext>
            </a:extLst>
          </p:cNvPr>
          <p:cNvSpPr txBox="1"/>
          <p:nvPr/>
        </p:nvSpPr>
        <p:spPr>
          <a:xfrm>
            <a:off x="10826038" y="4532931"/>
            <a:ext cx="689677" cy="369332"/>
          </a:xfrm>
          <a:custGeom>
            <a:avLst/>
            <a:gdLst>
              <a:gd name="csX0" fmla="*/ 0 w 689677"/>
              <a:gd name="csY0" fmla="*/ 0 h 369332"/>
              <a:gd name="csX1" fmla="*/ 344839 w 689677"/>
              <a:gd name="csY1" fmla="*/ 0 h 369332"/>
              <a:gd name="csX2" fmla="*/ 689677 w 689677"/>
              <a:gd name="csY2" fmla="*/ 0 h 369332"/>
              <a:gd name="csX3" fmla="*/ 689677 w 689677"/>
              <a:gd name="csY3" fmla="*/ 369332 h 369332"/>
              <a:gd name="csX4" fmla="*/ 351735 w 689677"/>
              <a:gd name="csY4" fmla="*/ 369332 h 369332"/>
              <a:gd name="csX5" fmla="*/ 0 w 689677"/>
              <a:gd name="csY5" fmla="*/ 369332 h 369332"/>
              <a:gd name="csX6" fmla="*/ 0 w 689677"/>
              <a:gd name="csY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9677" h="369332" extrusionOk="0">
                <a:moveTo>
                  <a:pt x="0" y="0"/>
                </a:moveTo>
                <a:cubicBezTo>
                  <a:pt x="166879" y="-28672"/>
                  <a:pt x="243086" y="394"/>
                  <a:pt x="344839" y="0"/>
                </a:cubicBezTo>
                <a:cubicBezTo>
                  <a:pt x="446592" y="-394"/>
                  <a:pt x="620492" y="13496"/>
                  <a:pt x="689677" y="0"/>
                </a:cubicBezTo>
                <a:cubicBezTo>
                  <a:pt x="723609" y="128799"/>
                  <a:pt x="678768" y="256626"/>
                  <a:pt x="689677" y="369332"/>
                </a:cubicBezTo>
                <a:cubicBezTo>
                  <a:pt x="607482" y="391873"/>
                  <a:pt x="463972" y="360151"/>
                  <a:pt x="351735" y="369332"/>
                </a:cubicBezTo>
                <a:cubicBezTo>
                  <a:pt x="239498" y="378513"/>
                  <a:pt x="109075" y="359110"/>
                  <a:pt x="0" y="369332"/>
                </a:cubicBezTo>
                <a:cubicBezTo>
                  <a:pt x="-39520" y="230137"/>
                  <a:pt x="14780" y="8282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x100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497711-C032-48BA-B26F-922310988E1B}"/>
              </a:ext>
            </a:extLst>
          </p:cNvPr>
          <p:cNvSpPr txBox="1"/>
          <p:nvPr/>
        </p:nvSpPr>
        <p:spPr>
          <a:xfrm>
            <a:off x="8741508" y="4577895"/>
            <a:ext cx="689677" cy="369332"/>
          </a:xfrm>
          <a:custGeom>
            <a:avLst/>
            <a:gdLst>
              <a:gd name="csX0" fmla="*/ 0 w 689677"/>
              <a:gd name="csY0" fmla="*/ 0 h 369332"/>
              <a:gd name="csX1" fmla="*/ 344839 w 689677"/>
              <a:gd name="csY1" fmla="*/ 0 h 369332"/>
              <a:gd name="csX2" fmla="*/ 689677 w 689677"/>
              <a:gd name="csY2" fmla="*/ 0 h 369332"/>
              <a:gd name="csX3" fmla="*/ 689677 w 689677"/>
              <a:gd name="csY3" fmla="*/ 369332 h 369332"/>
              <a:gd name="csX4" fmla="*/ 351735 w 689677"/>
              <a:gd name="csY4" fmla="*/ 369332 h 369332"/>
              <a:gd name="csX5" fmla="*/ 0 w 689677"/>
              <a:gd name="csY5" fmla="*/ 369332 h 369332"/>
              <a:gd name="csX6" fmla="*/ 0 w 689677"/>
              <a:gd name="csY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9677" h="369332" extrusionOk="0">
                <a:moveTo>
                  <a:pt x="0" y="0"/>
                </a:moveTo>
                <a:cubicBezTo>
                  <a:pt x="166879" y="-28672"/>
                  <a:pt x="243086" y="394"/>
                  <a:pt x="344839" y="0"/>
                </a:cubicBezTo>
                <a:cubicBezTo>
                  <a:pt x="446592" y="-394"/>
                  <a:pt x="620492" y="13496"/>
                  <a:pt x="689677" y="0"/>
                </a:cubicBezTo>
                <a:cubicBezTo>
                  <a:pt x="723609" y="128799"/>
                  <a:pt x="678768" y="256626"/>
                  <a:pt x="689677" y="369332"/>
                </a:cubicBezTo>
                <a:cubicBezTo>
                  <a:pt x="607482" y="391873"/>
                  <a:pt x="463972" y="360151"/>
                  <a:pt x="351735" y="369332"/>
                </a:cubicBezTo>
                <a:cubicBezTo>
                  <a:pt x="239498" y="378513"/>
                  <a:pt x="109075" y="359110"/>
                  <a:pt x="0" y="369332"/>
                </a:cubicBezTo>
                <a:cubicBezTo>
                  <a:pt x="-39520" y="230137"/>
                  <a:pt x="14780" y="8282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x100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48052A-0706-4C46-8788-C82A55A43C06}"/>
              </a:ext>
            </a:extLst>
          </p:cNvPr>
          <p:cNvSpPr txBox="1"/>
          <p:nvPr/>
        </p:nvSpPr>
        <p:spPr>
          <a:xfrm>
            <a:off x="9193060" y="4888616"/>
            <a:ext cx="914441" cy="430887"/>
          </a:xfrm>
          <a:custGeom>
            <a:avLst/>
            <a:gdLst>
              <a:gd name="csX0" fmla="*/ 0 w 914441"/>
              <a:gd name="csY0" fmla="*/ 0 h 430887"/>
              <a:gd name="csX1" fmla="*/ 457221 w 914441"/>
              <a:gd name="csY1" fmla="*/ 0 h 430887"/>
              <a:gd name="csX2" fmla="*/ 914441 w 914441"/>
              <a:gd name="csY2" fmla="*/ 0 h 430887"/>
              <a:gd name="csX3" fmla="*/ 914441 w 914441"/>
              <a:gd name="csY3" fmla="*/ 430887 h 430887"/>
              <a:gd name="csX4" fmla="*/ 466365 w 914441"/>
              <a:gd name="csY4" fmla="*/ 430887 h 430887"/>
              <a:gd name="csX5" fmla="*/ 0 w 914441"/>
              <a:gd name="csY5" fmla="*/ 430887 h 430887"/>
              <a:gd name="csX6" fmla="*/ 0 w 914441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14441" h="430887" extrusionOk="0">
                <a:moveTo>
                  <a:pt x="0" y="0"/>
                </a:moveTo>
                <a:cubicBezTo>
                  <a:pt x="211176" y="-23755"/>
                  <a:pt x="310831" y="6928"/>
                  <a:pt x="457221" y="0"/>
                </a:cubicBezTo>
                <a:cubicBezTo>
                  <a:pt x="603611" y="-6928"/>
                  <a:pt x="776288" y="4165"/>
                  <a:pt x="914441" y="0"/>
                </a:cubicBezTo>
                <a:cubicBezTo>
                  <a:pt x="932211" y="184179"/>
                  <a:pt x="910611" y="253949"/>
                  <a:pt x="914441" y="430887"/>
                </a:cubicBezTo>
                <a:cubicBezTo>
                  <a:pt x="708881" y="455700"/>
                  <a:pt x="657881" y="413926"/>
                  <a:pt x="466365" y="430887"/>
                </a:cubicBezTo>
                <a:cubicBezTo>
                  <a:pt x="274849" y="447848"/>
                  <a:pt x="186820" y="384460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£200</a:t>
            </a:r>
          </a:p>
        </p:txBody>
      </p:sp>
      <p:pic>
        <p:nvPicPr>
          <p:cNvPr id="7176" name="Picture 8" descr="Necklace Stock Illustrations, Cliparts And Royalty Free Necklace Vectors">
            <a:extLst>
              <a:ext uri="{FF2B5EF4-FFF2-40B4-BE49-F238E27FC236}">
                <a16:creationId xmlns:a16="http://schemas.microsoft.com/office/drawing/2014/main" id="{98E8C342-40BF-40C3-BC45-A275C4D5E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15989">
            <a:off x="6484542" y="3089842"/>
            <a:ext cx="1812421" cy="1812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24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0" grpId="0"/>
      <p:bldP spid="11" grpId="0"/>
      <p:bldP spid="12" grpId="0"/>
      <p:bldP spid="7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 animBg="1"/>
      <p:bldP spid="27" grpId="0"/>
      <p:bldP spid="28" grpId="0"/>
      <p:bldP spid="29" grpId="0"/>
      <p:bldP spid="30" grpId="0"/>
      <p:bldP spid="31" grpId="0" animBg="1"/>
      <p:bldP spid="32" grpId="0" animBg="1"/>
      <p:bldP spid="33" grpId="0"/>
      <p:bldP spid="34" grpId="0"/>
      <p:bldP spid="35" grpId="0"/>
      <p:bldP spid="36" grpId="0"/>
      <p:bldP spid="37" grpId="0"/>
      <p:bldP spid="38" grpId="0" animBg="1"/>
      <p:bldP spid="39" grpId="0" animBg="1"/>
      <p:bldP spid="40" grpId="0"/>
      <p:bldP spid="41" grpId="0"/>
      <p:bldP spid="4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116888-1343-4FD5-9B0D-18FD10EC152C}"/>
              </a:ext>
            </a:extLst>
          </p:cNvPr>
          <p:cNvSpPr txBox="1"/>
          <p:nvPr/>
        </p:nvSpPr>
        <p:spPr>
          <a:xfrm>
            <a:off x="78091" y="90958"/>
            <a:ext cx="5486400" cy="1107996"/>
          </a:xfrm>
          <a:custGeom>
            <a:avLst/>
            <a:gdLst>
              <a:gd name="csX0" fmla="*/ 0 w 5486400"/>
              <a:gd name="csY0" fmla="*/ 0 h 1107996"/>
              <a:gd name="csX1" fmla="*/ 548640 w 5486400"/>
              <a:gd name="csY1" fmla="*/ 0 h 1107996"/>
              <a:gd name="csX2" fmla="*/ 987552 w 5486400"/>
              <a:gd name="csY2" fmla="*/ 0 h 1107996"/>
              <a:gd name="csX3" fmla="*/ 1371600 w 5486400"/>
              <a:gd name="csY3" fmla="*/ 0 h 1107996"/>
              <a:gd name="csX4" fmla="*/ 2029968 w 5486400"/>
              <a:gd name="csY4" fmla="*/ 0 h 1107996"/>
              <a:gd name="csX5" fmla="*/ 2523744 w 5486400"/>
              <a:gd name="csY5" fmla="*/ 0 h 1107996"/>
              <a:gd name="csX6" fmla="*/ 3072384 w 5486400"/>
              <a:gd name="csY6" fmla="*/ 0 h 1107996"/>
              <a:gd name="csX7" fmla="*/ 3621024 w 5486400"/>
              <a:gd name="csY7" fmla="*/ 0 h 1107996"/>
              <a:gd name="csX8" fmla="*/ 4114800 w 5486400"/>
              <a:gd name="csY8" fmla="*/ 0 h 1107996"/>
              <a:gd name="csX9" fmla="*/ 4718304 w 5486400"/>
              <a:gd name="csY9" fmla="*/ 0 h 1107996"/>
              <a:gd name="csX10" fmla="*/ 5486400 w 5486400"/>
              <a:gd name="csY10" fmla="*/ 0 h 1107996"/>
              <a:gd name="csX11" fmla="*/ 5486400 w 5486400"/>
              <a:gd name="csY11" fmla="*/ 565078 h 1107996"/>
              <a:gd name="csX12" fmla="*/ 5486400 w 5486400"/>
              <a:gd name="csY12" fmla="*/ 1107996 h 1107996"/>
              <a:gd name="csX13" fmla="*/ 5102352 w 5486400"/>
              <a:gd name="csY13" fmla="*/ 1107996 h 1107996"/>
              <a:gd name="csX14" fmla="*/ 4443984 w 5486400"/>
              <a:gd name="csY14" fmla="*/ 1107996 h 1107996"/>
              <a:gd name="csX15" fmla="*/ 4005072 w 5486400"/>
              <a:gd name="csY15" fmla="*/ 1107996 h 1107996"/>
              <a:gd name="csX16" fmla="*/ 3621024 w 5486400"/>
              <a:gd name="csY16" fmla="*/ 1107996 h 1107996"/>
              <a:gd name="csX17" fmla="*/ 2962656 w 5486400"/>
              <a:gd name="csY17" fmla="*/ 1107996 h 1107996"/>
              <a:gd name="csX18" fmla="*/ 2359152 w 5486400"/>
              <a:gd name="csY18" fmla="*/ 1107996 h 1107996"/>
              <a:gd name="csX19" fmla="*/ 1700784 w 5486400"/>
              <a:gd name="csY19" fmla="*/ 1107996 h 1107996"/>
              <a:gd name="csX20" fmla="*/ 1097280 w 5486400"/>
              <a:gd name="csY20" fmla="*/ 1107996 h 1107996"/>
              <a:gd name="csX21" fmla="*/ 603504 w 5486400"/>
              <a:gd name="csY21" fmla="*/ 1107996 h 1107996"/>
              <a:gd name="csX22" fmla="*/ 0 w 5486400"/>
              <a:gd name="csY22" fmla="*/ 1107996 h 1107996"/>
              <a:gd name="csX23" fmla="*/ 0 w 5486400"/>
              <a:gd name="csY23" fmla="*/ 576158 h 1107996"/>
              <a:gd name="csX24" fmla="*/ 0 w 5486400"/>
              <a:gd name="csY24" fmla="*/ 0 h 1107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486400" h="1107996" fill="none" extrusionOk="0">
                <a:moveTo>
                  <a:pt x="0" y="0"/>
                </a:moveTo>
                <a:cubicBezTo>
                  <a:pt x="245958" y="-37182"/>
                  <a:pt x="396154" y="49604"/>
                  <a:pt x="548640" y="0"/>
                </a:cubicBezTo>
                <a:cubicBezTo>
                  <a:pt x="701126" y="-49604"/>
                  <a:pt x="797332" y="8133"/>
                  <a:pt x="987552" y="0"/>
                </a:cubicBezTo>
                <a:cubicBezTo>
                  <a:pt x="1177772" y="-8133"/>
                  <a:pt x="1231777" y="28458"/>
                  <a:pt x="1371600" y="0"/>
                </a:cubicBezTo>
                <a:cubicBezTo>
                  <a:pt x="1511423" y="-28458"/>
                  <a:pt x="1741238" y="16223"/>
                  <a:pt x="2029968" y="0"/>
                </a:cubicBezTo>
                <a:cubicBezTo>
                  <a:pt x="2318698" y="-16223"/>
                  <a:pt x="2342134" y="2900"/>
                  <a:pt x="2523744" y="0"/>
                </a:cubicBezTo>
                <a:cubicBezTo>
                  <a:pt x="2705354" y="-2900"/>
                  <a:pt x="2936538" y="60720"/>
                  <a:pt x="3072384" y="0"/>
                </a:cubicBezTo>
                <a:cubicBezTo>
                  <a:pt x="3208230" y="-60720"/>
                  <a:pt x="3497724" y="40941"/>
                  <a:pt x="3621024" y="0"/>
                </a:cubicBezTo>
                <a:cubicBezTo>
                  <a:pt x="3744324" y="-40941"/>
                  <a:pt x="3977254" y="28385"/>
                  <a:pt x="4114800" y="0"/>
                </a:cubicBezTo>
                <a:cubicBezTo>
                  <a:pt x="4252346" y="-28385"/>
                  <a:pt x="4451223" y="40386"/>
                  <a:pt x="4718304" y="0"/>
                </a:cubicBezTo>
                <a:cubicBezTo>
                  <a:pt x="4985385" y="-40386"/>
                  <a:pt x="5134523" y="9393"/>
                  <a:pt x="5486400" y="0"/>
                </a:cubicBezTo>
                <a:cubicBezTo>
                  <a:pt x="5491426" y="274838"/>
                  <a:pt x="5440710" y="379426"/>
                  <a:pt x="5486400" y="565078"/>
                </a:cubicBezTo>
                <a:cubicBezTo>
                  <a:pt x="5532090" y="750730"/>
                  <a:pt x="5451862" y="886729"/>
                  <a:pt x="5486400" y="1107996"/>
                </a:cubicBezTo>
                <a:cubicBezTo>
                  <a:pt x="5312431" y="1125285"/>
                  <a:pt x="5235349" y="1062736"/>
                  <a:pt x="5102352" y="1107996"/>
                </a:cubicBezTo>
                <a:cubicBezTo>
                  <a:pt x="4969355" y="1153256"/>
                  <a:pt x="4681488" y="1031935"/>
                  <a:pt x="4443984" y="1107996"/>
                </a:cubicBezTo>
                <a:cubicBezTo>
                  <a:pt x="4206480" y="1184057"/>
                  <a:pt x="4137411" y="1095194"/>
                  <a:pt x="4005072" y="1107996"/>
                </a:cubicBezTo>
                <a:cubicBezTo>
                  <a:pt x="3872733" y="1120798"/>
                  <a:pt x="3811756" y="1077900"/>
                  <a:pt x="3621024" y="1107996"/>
                </a:cubicBezTo>
                <a:cubicBezTo>
                  <a:pt x="3430292" y="1138092"/>
                  <a:pt x="3241357" y="1099291"/>
                  <a:pt x="2962656" y="1107996"/>
                </a:cubicBezTo>
                <a:cubicBezTo>
                  <a:pt x="2683955" y="1116701"/>
                  <a:pt x="2565300" y="1038815"/>
                  <a:pt x="2359152" y="1107996"/>
                </a:cubicBezTo>
                <a:cubicBezTo>
                  <a:pt x="2153004" y="1177177"/>
                  <a:pt x="1941626" y="1086254"/>
                  <a:pt x="1700784" y="1107996"/>
                </a:cubicBezTo>
                <a:cubicBezTo>
                  <a:pt x="1459942" y="1129738"/>
                  <a:pt x="1263225" y="1107412"/>
                  <a:pt x="1097280" y="1107996"/>
                </a:cubicBezTo>
                <a:cubicBezTo>
                  <a:pt x="931335" y="1108580"/>
                  <a:pt x="765577" y="1051364"/>
                  <a:pt x="603504" y="1107996"/>
                </a:cubicBezTo>
                <a:cubicBezTo>
                  <a:pt x="441431" y="1164628"/>
                  <a:pt x="218801" y="1066373"/>
                  <a:pt x="0" y="1107996"/>
                </a:cubicBezTo>
                <a:cubicBezTo>
                  <a:pt x="-42499" y="864597"/>
                  <a:pt x="58199" y="770115"/>
                  <a:pt x="0" y="576158"/>
                </a:cubicBezTo>
                <a:cubicBezTo>
                  <a:pt x="-58199" y="382201"/>
                  <a:pt x="1106" y="165329"/>
                  <a:pt x="0" y="0"/>
                </a:cubicBezTo>
                <a:close/>
              </a:path>
              <a:path w="5486400" h="1107996" stroke="0" extrusionOk="0">
                <a:moveTo>
                  <a:pt x="0" y="0"/>
                </a:moveTo>
                <a:cubicBezTo>
                  <a:pt x="157618" y="-69786"/>
                  <a:pt x="435875" y="17510"/>
                  <a:pt x="658368" y="0"/>
                </a:cubicBezTo>
                <a:cubicBezTo>
                  <a:pt x="880861" y="-17510"/>
                  <a:pt x="1065572" y="43818"/>
                  <a:pt x="1207008" y="0"/>
                </a:cubicBezTo>
                <a:cubicBezTo>
                  <a:pt x="1348444" y="-43818"/>
                  <a:pt x="1597167" y="62795"/>
                  <a:pt x="1755648" y="0"/>
                </a:cubicBezTo>
                <a:cubicBezTo>
                  <a:pt x="1914129" y="-62795"/>
                  <a:pt x="2034907" y="26751"/>
                  <a:pt x="2194560" y="0"/>
                </a:cubicBezTo>
                <a:cubicBezTo>
                  <a:pt x="2354213" y="-26751"/>
                  <a:pt x="2541082" y="37793"/>
                  <a:pt x="2633472" y="0"/>
                </a:cubicBezTo>
                <a:cubicBezTo>
                  <a:pt x="2725862" y="-37793"/>
                  <a:pt x="3038838" y="30489"/>
                  <a:pt x="3291840" y="0"/>
                </a:cubicBezTo>
                <a:cubicBezTo>
                  <a:pt x="3544842" y="-30489"/>
                  <a:pt x="3724853" y="17233"/>
                  <a:pt x="3840480" y="0"/>
                </a:cubicBezTo>
                <a:cubicBezTo>
                  <a:pt x="3956107" y="-17233"/>
                  <a:pt x="4170348" y="40835"/>
                  <a:pt x="4334256" y="0"/>
                </a:cubicBezTo>
                <a:cubicBezTo>
                  <a:pt x="4498164" y="-40835"/>
                  <a:pt x="4744795" y="51875"/>
                  <a:pt x="4937760" y="0"/>
                </a:cubicBezTo>
                <a:cubicBezTo>
                  <a:pt x="5130725" y="-51875"/>
                  <a:pt x="5335814" y="21927"/>
                  <a:pt x="5486400" y="0"/>
                </a:cubicBezTo>
                <a:cubicBezTo>
                  <a:pt x="5488279" y="145916"/>
                  <a:pt x="5458998" y="431590"/>
                  <a:pt x="5486400" y="542918"/>
                </a:cubicBezTo>
                <a:cubicBezTo>
                  <a:pt x="5513802" y="654246"/>
                  <a:pt x="5465428" y="939597"/>
                  <a:pt x="5486400" y="1107996"/>
                </a:cubicBezTo>
                <a:cubicBezTo>
                  <a:pt x="5327538" y="1121089"/>
                  <a:pt x="5120597" y="1035820"/>
                  <a:pt x="4828032" y="1107996"/>
                </a:cubicBezTo>
                <a:cubicBezTo>
                  <a:pt x="4535467" y="1180172"/>
                  <a:pt x="4491762" y="1054644"/>
                  <a:pt x="4279392" y="1107996"/>
                </a:cubicBezTo>
                <a:cubicBezTo>
                  <a:pt x="4067022" y="1161348"/>
                  <a:pt x="4019670" y="1074214"/>
                  <a:pt x="3895344" y="1107996"/>
                </a:cubicBezTo>
                <a:cubicBezTo>
                  <a:pt x="3771018" y="1141778"/>
                  <a:pt x="3501579" y="1068907"/>
                  <a:pt x="3346704" y="1107996"/>
                </a:cubicBezTo>
                <a:cubicBezTo>
                  <a:pt x="3191829" y="1147085"/>
                  <a:pt x="3130917" y="1073657"/>
                  <a:pt x="2962656" y="1107996"/>
                </a:cubicBezTo>
                <a:cubicBezTo>
                  <a:pt x="2794395" y="1142335"/>
                  <a:pt x="2764534" y="1068462"/>
                  <a:pt x="2578608" y="1107996"/>
                </a:cubicBezTo>
                <a:cubicBezTo>
                  <a:pt x="2392682" y="1147530"/>
                  <a:pt x="2181179" y="1062137"/>
                  <a:pt x="1920240" y="1107996"/>
                </a:cubicBezTo>
                <a:cubicBezTo>
                  <a:pt x="1659301" y="1153855"/>
                  <a:pt x="1548389" y="1084333"/>
                  <a:pt x="1426464" y="1107996"/>
                </a:cubicBezTo>
                <a:cubicBezTo>
                  <a:pt x="1304539" y="1131659"/>
                  <a:pt x="1035989" y="1060201"/>
                  <a:pt x="768096" y="1107996"/>
                </a:cubicBezTo>
                <a:cubicBezTo>
                  <a:pt x="500203" y="1155791"/>
                  <a:pt x="228975" y="1030187"/>
                  <a:pt x="0" y="1107996"/>
                </a:cubicBezTo>
                <a:cubicBezTo>
                  <a:pt x="-22906" y="908977"/>
                  <a:pt x="1585" y="658563"/>
                  <a:pt x="0" y="542918"/>
                </a:cubicBezTo>
                <a:cubicBezTo>
                  <a:pt x="-1585" y="427273"/>
                  <a:pt x="61033" y="162505"/>
                  <a:pt x="0" y="0"/>
                </a:cubicBezTo>
                <a:close/>
              </a:path>
            </a:pathLst>
          </a:custGeom>
          <a:solidFill>
            <a:srgbClr val="FF999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610582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Question 1: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In a 35% off sale, a monitor costs £195. What was the original cost of the monitor?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30B48-C881-4E35-A435-14A8366EC70F}"/>
              </a:ext>
            </a:extLst>
          </p:cNvPr>
          <p:cNvSpPr txBox="1"/>
          <p:nvPr/>
        </p:nvSpPr>
        <p:spPr>
          <a:xfrm>
            <a:off x="5702026" y="90958"/>
            <a:ext cx="6075494" cy="1107996"/>
          </a:xfrm>
          <a:custGeom>
            <a:avLst/>
            <a:gdLst>
              <a:gd name="csX0" fmla="*/ 0 w 6075494"/>
              <a:gd name="csY0" fmla="*/ 0 h 1107996"/>
              <a:gd name="csX1" fmla="*/ 430808 w 6075494"/>
              <a:gd name="csY1" fmla="*/ 0 h 1107996"/>
              <a:gd name="csX2" fmla="*/ 1104635 w 6075494"/>
              <a:gd name="csY2" fmla="*/ 0 h 1107996"/>
              <a:gd name="csX3" fmla="*/ 1596198 w 6075494"/>
              <a:gd name="csY3" fmla="*/ 0 h 1107996"/>
              <a:gd name="csX4" fmla="*/ 2148516 w 6075494"/>
              <a:gd name="csY4" fmla="*/ 0 h 1107996"/>
              <a:gd name="csX5" fmla="*/ 2700833 w 6075494"/>
              <a:gd name="csY5" fmla="*/ 0 h 1107996"/>
              <a:gd name="csX6" fmla="*/ 3192396 w 6075494"/>
              <a:gd name="csY6" fmla="*/ 0 h 1107996"/>
              <a:gd name="csX7" fmla="*/ 3805469 w 6075494"/>
              <a:gd name="csY7" fmla="*/ 0 h 1107996"/>
              <a:gd name="csX8" fmla="*/ 4418541 w 6075494"/>
              <a:gd name="csY8" fmla="*/ 0 h 1107996"/>
              <a:gd name="csX9" fmla="*/ 5031614 w 6075494"/>
              <a:gd name="csY9" fmla="*/ 0 h 1107996"/>
              <a:gd name="csX10" fmla="*/ 6075494 w 6075494"/>
              <a:gd name="csY10" fmla="*/ 0 h 1107996"/>
              <a:gd name="csX11" fmla="*/ 6075494 w 6075494"/>
              <a:gd name="csY11" fmla="*/ 565078 h 1107996"/>
              <a:gd name="csX12" fmla="*/ 6075494 w 6075494"/>
              <a:gd name="csY12" fmla="*/ 1107996 h 1107996"/>
              <a:gd name="csX13" fmla="*/ 5523176 w 6075494"/>
              <a:gd name="csY13" fmla="*/ 1107996 h 1107996"/>
              <a:gd name="csX14" fmla="*/ 5153124 w 6075494"/>
              <a:gd name="csY14" fmla="*/ 1107996 h 1107996"/>
              <a:gd name="csX15" fmla="*/ 4479296 w 6075494"/>
              <a:gd name="csY15" fmla="*/ 1107996 h 1107996"/>
              <a:gd name="csX16" fmla="*/ 3866223 w 6075494"/>
              <a:gd name="csY16" fmla="*/ 1107996 h 1107996"/>
              <a:gd name="csX17" fmla="*/ 3192396 w 6075494"/>
              <a:gd name="csY17" fmla="*/ 1107996 h 1107996"/>
              <a:gd name="csX18" fmla="*/ 2579323 w 6075494"/>
              <a:gd name="csY18" fmla="*/ 1107996 h 1107996"/>
              <a:gd name="csX19" fmla="*/ 2087761 w 6075494"/>
              <a:gd name="csY19" fmla="*/ 1107996 h 1107996"/>
              <a:gd name="csX20" fmla="*/ 1717708 w 6075494"/>
              <a:gd name="csY20" fmla="*/ 1107996 h 1107996"/>
              <a:gd name="csX21" fmla="*/ 1286900 w 6075494"/>
              <a:gd name="csY21" fmla="*/ 1107996 h 1107996"/>
              <a:gd name="csX22" fmla="*/ 856092 w 6075494"/>
              <a:gd name="csY22" fmla="*/ 1107996 h 1107996"/>
              <a:gd name="csX23" fmla="*/ 486040 w 6075494"/>
              <a:gd name="csY23" fmla="*/ 1107996 h 1107996"/>
              <a:gd name="csX24" fmla="*/ 0 w 6075494"/>
              <a:gd name="csY24" fmla="*/ 1107996 h 1107996"/>
              <a:gd name="csX25" fmla="*/ 0 w 6075494"/>
              <a:gd name="csY25" fmla="*/ 531838 h 1107996"/>
              <a:gd name="csX26" fmla="*/ 0 w 6075494"/>
              <a:gd name="csY26" fmla="*/ 0 h 1107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6075494" h="1107996" fill="none" extrusionOk="0">
                <a:moveTo>
                  <a:pt x="0" y="0"/>
                </a:moveTo>
                <a:cubicBezTo>
                  <a:pt x="131646" y="-29529"/>
                  <a:pt x="303664" y="17524"/>
                  <a:pt x="430808" y="0"/>
                </a:cubicBezTo>
                <a:cubicBezTo>
                  <a:pt x="557952" y="-17524"/>
                  <a:pt x="893265" y="73102"/>
                  <a:pt x="1104635" y="0"/>
                </a:cubicBezTo>
                <a:cubicBezTo>
                  <a:pt x="1316005" y="-73102"/>
                  <a:pt x="1400964" y="52990"/>
                  <a:pt x="1596198" y="0"/>
                </a:cubicBezTo>
                <a:cubicBezTo>
                  <a:pt x="1791432" y="-52990"/>
                  <a:pt x="1881928" y="39628"/>
                  <a:pt x="2148516" y="0"/>
                </a:cubicBezTo>
                <a:cubicBezTo>
                  <a:pt x="2415104" y="-39628"/>
                  <a:pt x="2531987" y="59817"/>
                  <a:pt x="2700833" y="0"/>
                </a:cubicBezTo>
                <a:cubicBezTo>
                  <a:pt x="2869679" y="-59817"/>
                  <a:pt x="3018494" y="20773"/>
                  <a:pt x="3192396" y="0"/>
                </a:cubicBezTo>
                <a:cubicBezTo>
                  <a:pt x="3366298" y="-20773"/>
                  <a:pt x="3637467" y="13376"/>
                  <a:pt x="3805469" y="0"/>
                </a:cubicBezTo>
                <a:cubicBezTo>
                  <a:pt x="3973471" y="-13376"/>
                  <a:pt x="4120094" y="55485"/>
                  <a:pt x="4418541" y="0"/>
                </a:cubicBezTo>
                <a:cubicBezTo>
                  <a:pt x="4716988" y="-55485"/>
                  <a:pt x="4828312" y="69546"/>
                  <a:pt x="5031614" y="0"/>
                </a:cubicBezTo>
                <a:cubicBezTo>
                  <a:pt x="5234916" y="-69546"/>
                  <a:pt x="5673183" y="43115"/>
                  <a:pt x="6075494" y="0"/>
                </a:cubicBezTo>
                <a:cubicBezTo>
                  <a:pt x="6126677" y="147734"/>
                  <a:pt x="6012502" y="338894"/>
                  <a:pt x="6075494" y="565078"/>
                </a:cubicBezTo>
                <a:cubicBezTo>
                  <a:pt x="6138486" y="791262"/>
                  <a:pt x="6043938" y="917799"/>
                  <a:pt x="6075494" y="1107996"/>
                </a:cubicBezTo>
                <a:cubicBezTo>
                  <a:pt x="5811891" y="1133360"/>
                  <a:pt x="5651775" y="1058472"/>
                  <a:pt x="5523176" y="1107996"/>
                </a:cubicBezTo>
                <a:cubicBezTo>
                  <a:pt x="5394577" y="1157520"/>
                  <a:pt x="5240374" y="1104969"/>
                  <a:pt x="5153124" y="1107996"/>
                </a:cubicBezTo>
                <a:cubicBezTo>
                  <a:pt x="5065874" y="1111023"/>
                  <a:pt x="4702662" y="1088365"/>
                  <a:pt x="4479296" y="1107996"/>
                </a:cubicBezTo>
                <a:cubicBezTo>
                  <a:pt x="4255930" y="1127627"/>
                  <a:pt x="4142865" y="1072950"/>
                  <a:pt x="3866223" y="1107996"/>
                </a:cubicBezTo>
                <a:cubicBezTo>
                  <a:pt x="3589581" y="1143042"/>
                  <a:pt x="3524735" y="1054456"/>
                  <a:pt x="3192396" y="1107996"/>
                </a:cubicBezTo>
                <a:cubicBezTo>
                  <a:pt x="2860057" y="1161536"/>
                  <a:pt x="2859417" y="1086308"/>
                  <a:pt x="2579323" y="1107996"/>
                </a:cubicBezTo>
                <a:cubicBezTo>
                  <a:pt x="2299229" y="1129684"/>
                  <a:pt x="2231578" y="1103800"/>
                  <a:pt x="2087761" y="1107996"/>
                </a:cubicBezTo>
                <a:cubicBezTo>
                  <a:pt x="1943944" y="1112192"/>
                  <a:pt x="1864963" y="1069797"/>
                  <a:pt x="1717708" y="1107996"/>
                </a:cubicBezTo>
                <a:cubicBezTo>
                  <a:pt x="1570453" y="1146195"/>
                  <a:pt x="1445083" y="1065001"/>
                  <a:pt x="1286900" y="1107996"/>
                </a:cubicBezTo>
                <a:cubicBezTo>
                  <a:pt x="1128717" y="1150991"/>
                  <a:pt x="1065007" y="1059376"/>
                  <a:pt x="856092" y="1107996"/>
                </a:cubicBezTo>
                <a:cubicBezTo>
                  <a:pt x="647177" y="1156616"/>
                  <a:pt x="596007" y="1071991"/>
                  <a:pt x="486040" y="1107996"/>
                </a:cubicBezTo>
                <a:cubicBezTo>
                  <a:pt x="376073" y="1144001"/>
                  <a:pt x="122020" y="1062565"/>
                  <a:pt x="0" y="1107996"/>
                </a:cubicBezTo>
                <a:cubicBezTo>
                  <a:pt x="-39877" y="885109"/>
                  <a:pt x="17400" y="772579"/>
                  <a:pt x="0" y="531838"/>
                </a:cubicBezTo>
                <a:cubicBezTo>
                  <a:pt x="-17400" y="291097"/>
                  <a:pt x="62283" y="168065"/>
                  <a:pt x="0" y="0"/>
                </a:cubicBezTo>
                <a:close/>
              </a:path>
              <a:path w="6075494" h="1107996" stroke="0" extrusionOk="0">
                <a:moveTo>
                  <a:pt x="0" y="0"/>
                </a:moveTo>
                <a:cubicBezTo>
                  <a:pt x="227029" y="-66086"/>
                  <a:pt x="470560" y="57664"/>
                  <a:pt x="673828" y="0"/>
                </a:cubicBezTo>
                <a:cubicBezTo>
                  <a:pt x="877096" y="-57664"/>
                  <a:pt x="1091040" y="28912"/>
                  <a:pt x="1226145" y="0"/>
                </a:cubicBezTo>
                <a:cubicBezTo>
                  <a:pt x="1361250" y="-28912"/>
                  <a:pt x="1509050" y="49790"/>
                  <a:pt x="1778463" y="0"/>
                </a:cubicBezTo>
                <a:cubicBezTo>
                  <a:pt x="2047876" y="-49790"/>
                  <a:pt x="2082804" y="19057"/>
                  <a:pt x="2209271" y="0"/>
                </a:cubicBezTo>
                <a:cubicBezTo>
                  <a:pt x="2335738" y="-19057"/>
                  <a:pt x="2436199" y="7129"/>
                  <a:pt x="2640078" y="0"/>
                </a:cubicBezTo>
                <a:cubicBezTo>
                  <a:pt x="2843957" y="-7129"/>
                  <a:pt x="3144940" y="51638"/>
                  <a:pt x="3313906" y="0"/>
                </a:cubicBezTo>
                <a:cubicBezTo>
                  <a:pt x="3482872" y="-51638"/>
                  <a:pt x="3740152" y="38274"/>
                  <a:pt x="3866223" y="0"/>
                </a:cubicBezTo>
                <a:cubicBezTo>
                  <a:pt x="3992294" y="-38274"/>
                  <a:pt x="4214764" y="37707"/>
                  <a:pt x="4357786" y="0"/>
                </a:cubicBezTo>
                <a:cubicBezTo>
                  <a:pt x="4500808" y="-37707"/>
                  <a:pt x="4724905" y="42698"/>
                  <a:pt x="4970859" y="0"/>
                </a:cubicBezTo>
                <a:cubicBezTo>
                  <a:pt x="5216813" y="-42698"/>
                  <a:pt x="5155912" y="14647"/>
                  <a:pt x="5340912" y="0"/>
                </a:cubicBezTo>
                <a:cubicBezTo>
                  <a:pt x="5525912" y="-14647"/>
                  <a:pt x="5792947" y="18570"/>
                  <a:pt x="6075494" y="0"/>
                </a:cubicBezTo>
                <a:cubicBezTo>
                  <a:pt x="6093966" y="119372"/>
                  <a:pt x="6072135" y="391092"/>
                  <a:pt x="6075494" y="520758"/>
                </a:cubicBezTo>
                <a:cubicBezTo>
                  <a:pt x="6078853" y="650424"/>
                  <a:pt x="6056251" y="933872"/>
                  <a:pt x="6075494" y="1107996"/>
                </a:cubicBezTo>
                <a:cubicBezTo>
                  <a:pt x="5846474" y="1120852"/>
                  <a:pt x="5724908" y="1065884"/>
                  <a:pt x="5401666" y="1107996"/>
                </a:cubicBezTo>
                <a:cubicBezTo>
                  <a:pt x="5078424" y="1150108"/>
                  <a:pt x="5158799" y="1087810"/>
                  <a:pt x="5031614" y="1107996"/>
                </a:cubicBezTo>
                <a:cubicBezTo>
                  <a:pt x="4904429" y="1128182"/>
                  <a:pt x="4707984" y="1081252"/>
                  <a:pt x="4479296" y="1107996"/>
                </a:cubicBezTo>
                <a:cubicBezTo>
                  <a:pt x="4250608" y="1134740"/>
                  <a:pt x="4292082" y="1083921"/>
                  <a:pt x="4109243" y="1107996"/>
                </a:cubicBezTo>
                <a:cubicBezTo>
                  <a:pt x="3926404" y="1132071"/>
                  <a:pt x="3822791" y="1099670"/>
                  <a:pt x="3739190" y="1107996"/>
                </a:cubicBezTo>
                <a:cubicBezTo>
                  <a:pt x="3655589" y="1116322"/>
                  <a:pt x="3200363" y="1045245"/>
                  <a:pt x="3065363" y="1107996"/>
                </a:cubicBezTo>
                <a:cubicBezTo>
                  <a:pt x="2930363" y="1170747"/>
                  <a:pt x="2816838" y="1101634"/>
                  <a:pt x="2573800" y="1107996"/>
                </a:cubicBezTo>
                <a:cubicBezTo>
                  <a:pt x="2330762" y="1114358"/>
                  <a:pt x="2035658" y="1074322"/>
                  <a:pt x="1899973" y="1107996"/>
                </a:cubicBezTo>
                <a:cubicBezTo>
                  <a:pt x="1764288" y="1141670"/>
                  <a:pt x="1527412" y="1107062"/>
                  <a:pt x="1226145" y="1107996"/>
                </a:cubicBezTo>
                <a:cubicBezTo>
                  <a:pt x="924878" y="1108930"/>
                  <a:pt x="796117" y="1062985"/>
                  <a:pt x="613073" y="1107996"/>
                </a:cubicBezTo>
                <a:cubicBezTo>
                  <a:pt x="430029" y="1153007"/>
                  <a:pt x="160513" y="1092556"/>
                  <a:pt x="0" y="1107996"/>
                </a:cubicBezTo>
                <a:cubicBezTo>
                  <a:pt x="-9174" y="851411"/>
                  <a:pt x="26156" y="741990"/>
                  <a:pt x="0" y="531838"/>
                </a:cubicBezTo>
                <a:cubicBezTo>
                  <a:pt x="-26156" y="321686"/>
                  <a:pt x="1804" y="144791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610582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Question 2: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After a 20% increase in price, a sofa costs £600. What was the original price?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B7735-A59F-4171-8BD0-DCA5CDBADA79}"/>
              </a:ext>
            </a:extLst>
          </p:cNvPr>
          <p:cNvSpPr txBox="1"/>
          <p:nvPr/>
        </p:nvSpPr>
        <p:spPr>
          <a:xfrm>
            <a:off x="78091" y="3489746"/>
            <a:ext cx="5486400" cy="1107996"/>
          </a:xfrm>
          <a:custGeom>
            <a:avLst/>
            <a:gdLst>
              <a:gd name="csX0" fmla="*/ 0 w 5486400"/>
              <a:gd name="csY0" fmla="*/ 0 h 1107996"/>
              <a:gd name="csX1" fmla="*/ 548640 w 5486400"/>
              <a:gd name="csY1" fmla="*/ 0 h 1107996"/>
              <a:gd name="csX2" fmla="*/ 987552 w 5486400"/>
              <a:gd name="csY2" fmla="*/ 0 h 1107996"/>
              <a:gd name="csX3" fmla="*/ 1371600 w 5486400"/>
              <a:gd name="csY3" fmla="*/ 0 h 1107996"/>
              <a:gd name="csX4" fmla="*/ 2029968 w 5486400"/>
              <a:gd name="csY4" fmla="*/ 0 h 1107996"/>
              <a:gd name="csX5" fmla="*/ 2523744 w 5486400"/>
              <a:gd name="csY5" fmla="*/ 0 h 1107996"/>
              <a:gd name="csX6" fmla="*/ 3072384 w 5486400"/>
              <a:gd name="csY6" fmla="*/ 0 h 1107996"/>
              <a:gd name="csX7" fmla="*/ 3621024 w 5486400"/>
              <a:gd name="csY7" fmla="*/ 0 h 1107996"/>
              <a:gd name="csX8" fmla="*/ 4114800 w 5486400"/>
              <a:gd name="csY8" fmla="*/ 0 h 1107996"/>
              <a:gd name="csX9" fmla="*/ 4718304 w 5486400"/>
              <a:gd name="csY9" fmla="*/ 0 h 1107996"/>
              <a:gd name="csX10" fmla="*/ 5486400 w 5486400"/>
              <a:gd name="csY10" fmla="*/ 0 h 1107996"/>
              <a:gd name="csX11" fmla="*/ 5486400 w 5486400"/>
              <a:gd name="csY11" fmla="*/ 565078 h 1107996"/>
              <a:gd name="csX12" fmla="*/ 5486400 w 5486400"/>
              <a:gd name="csY12" fmla="*/ 1107996 h 1107996"/>
              <a:gd name="csX13" fmla="*/ 5102352 w 5486400"/>
              <a:gd name="csY13" fmla="*/ 1107996 h 1107996"/>
              <a:gd name="csX14" fmla="*/ 4443984 w 5486400"/>
              <a:gd name="csY14" fmla="*/ 1107996 h 1107996"/>
              <a:gd name="csX15" fmla="*/ 4005072 w 5486400"/>
              <a:gd name="csY15" fmla="*/ 1107996 h 1107996"/>
              <a:gd name="csX16" fmla="*/ 3621024 w 5486400"/>
              <a:gd name="csY16" fmla="*/ 1107996 h 1107996"/>
              <a:gd name="csX17" fmla="*/ 2962656 w 5486400"/>
              <a:gd name="csY17" fmla="*/ 1107996 h 1107996"/>
              <a:gd name="csX18" fmla="*/ 2359152 w 5486400"/>
              <a:gd name="csY18" fmla="*/ 1107996 h 1107996"/>
              <a:gd name="csX19" fmla="*/ 1700784 w 5486400"/>
              <a:gd name="csY19" fmla="*/ 1107996 h 1107996"/>
              <a:gd name="csX20" fmla="*/ 1097280 w 5486400"/>
              <a:gd name="csY20" fmla="*/ 1107996 h 1107996"/>
              <a:gd name="csX21" fmla="*/ 603504 w 5486400"/>
              <a:gd name="csY21" fmla="*/ 1107996 h 1107996"/>
              <a:gd name="csX22" fmla="*/ 0 w 5486400"/>
              <a:gd name="csY22" fmla="*/ 1107996 h 1107996"/>
              <a:gd name="csX23" fmla="*/ 0 w 5486400"/>
              <a:gd name="csY23" fmla="*/ 576158 h 1107996"/>
              <a:gd name="csX24" fmla="*/ 0 w 5486400"/>
              <a:gd name="csY24" fmla="*/ 0 h 1107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486400" h="1107996" fill="none" extrusionOk="0">
                <a:moveTo>
                  <a:pt x="0" y="0"/>
                </a:moveTo>
                <a:cubicBezTo>
                  <a:pt x="245958" y="-37182"/>
                  <a:pt x="396154" y="49604"/>
                  <a:pt x="548640" y="0"/>
                </a:cubicBezTo>
                <a:cubicBezTo>
                  <a:pt x="701126" y="-49604"/>
                  <a:pt x="797332" y="8133"/>
                  <a:pt x="987552" y="0"/>
                </a:cubicBezTo>
                <a:cubicBezTo>
                  <a:pt x="1177772" y="-8133"/>
                  <a:pt x="1231777" y="28458"/>
                  <a:pt x="1371600" y="0"/>
                </a:cubicBezTo>
                <a:cubicBezTo>
                  <a:pt x="1511423" y="-28458"/>
                  <a:pt x="1741238" y="16223"/>
                  <a:pt x="2029968" y="0"/>
                </a:cubicBezTo>
                <a:cubicBezTo>
                  <a:pt x="2318698" y="-16223"/>
                  <a:pt x="2342134" y="2900"/>
                  <a:pt x="2523744" y="0"/>
                </a:cubicBezTo>
                <a:cubicBezTo>
                  <a:pt x="2705354" y="-2900"/>
                  <a:pt x="2936538" y="60720"/>
                  <a:pt x="3072384" y="0"/>
                </a:cubicBezTo>
                <a:cubicBezTo>
                  <a:pt x="3208230" y="-60720"/>
                  <a:pt x="3497724" y="40941"/>
                  <a:pt x="3621024" y="0"/>
                </a:cubicBezTo>
                <a:cubicBezTo>
                  <a:pt x="3744324" y="-40941"/>
                  <a:pt x="3977254" y="28385"/>
                  <a:pt x="4114800" y="0"/>
                </a:cubicBezTo>
                <a:cubicBezTo>
                  <a:pt x="4252346" y="-28385"/>
                  <a:pt x="4451223" y="40386"/>
                  <a:pt x="4718304" y="0"/>
                </a:cubicBezTo>
                <a:cubicBezTo>
                  <a:pt x="4985385" y="-40386"/>
                  <a:pt x="5134523" y="9393"/>
                  <a:pt x="5486400" y="0"/>
                </a:cubicBezTo>
                <a:cubicBezTo>
                  <a:pt x="5491426" y="274838"/>
                  <a:pt x="5440710" y="379426"/>
                  <a:pt x="5486400" y="565078"/>
                </a:cubicBezTo>
                <a:cubicBezTo>
                  <a:pt x="5532090" y="750730"/>
                  <a:pt x="5451862" y="886729"/>
                  <a:pt x="5486400" y="1107996"/>
                </a:cubicBezTo>
                <a:cubicBezTo>
                  <a:pt x="5312431" y="1125285"/>
                  <a:pt x="5235349" y="1062736"/>
                  <a:pt x="5102352" y="1107996"/>
                </a:cubicBezTo>
                <a:cubicBezTo>
                  <a:pt x="4969355" y="1153256"/>
                  <a:pt x="4681488" y="1031935"/>
                  <a:pt x="4443984" y="1107996"/>
                </a:cubicBezTo>
                <a:cubicBezTo>
                  <a:pt x="4206480" y="1184057"/>
                  <a:pt x="4137411" y="1095194"/>
                  <a:pt x="4005072" y="1107996"/>
                </a:cubicBezTo>
                <a:cubicBezTo>
                  <a:pt x="3872733" y="1120798"/>
                  <a:pt x="3811756" y="1077900"/>
                  <a:pt x="3621024" y="1107996"/>
                </a:cubicBezTo>
                <a:cubicBezTo>
                  <a:pt x="3430292" y="1138092"/>
                  <a:pt x="3241357" y="1099291"/>
                  <a:pt x="2962656" y="1107996"/>
                </a:cubicBezTo>
                <a:cubicBezTo>
                  <a:pt x="2683955" y="1116701"/>
                  <a:pt x="2565300" y="1038815"/>
                  <a:pt x="2359152" y="1107996"/>
                </a:cubicBezTo>
                <a:cubicBezTo>
                  <a:pt x="2153004" y="1177177"/>
                  <a:pt x="1941626" y="1086254"/>
                  <a:pt x="1700784" y="1107996"/>
                </a:cubicBezTo>
                <a:cubicBezTo>
                  <a:pt x="1459942" y="1129738"/>
                  <a:pt x="1263225" y="1107412"/>
                  <a:pt x="1097280" y="1107996"/>
                </a:cubicBezTo>
                <a:cubicBezTo>
                  <a:pt x="931335" y="1108580"/>
                  <a:pt x="765577" y="1051364"/>
                  <a:pt x="603504" y="1107996"/>
                </a:cubicBezTo>
                <a:cubicBezTo>
                  <a:pt x="441431" y="1164628"/>
                  <a:pt x="218801" y="1066373"/>
                  <a:pt x="0" y="1107996"/>
                </a:cubicBezTo>
                <a:cubicBezTo>
                  <a:pt x="-42499" y="864597"/>
                  <a:pt x="58199" y="770115"/>
                  <a:pt x="0" y="576158"/>
                </a:cubicBezTo>
                <a:cubicBezTo>
                  <a:pt x="-58199" y="382201"/>
                  <a:pt x="1106" y="165329"/>
                  <a:pt x="0" y="0"/>
                </a:cubicBezTo>
                <a:close/>
              </a:path>
              <a:path w="5486400" h="1107996" stroke="0" extrusionOk="0">
                <a:moveTo>
                  <a:pt x="0" y="0"/>
                </a:moveTo>
                <a:cubicBezTo>
                  <a:pt x="157618" y="-69786"/>
                  <a:pt x="435875" y="17510"/>
                  <a:pt x="658368" y="0"/>
                </a:cubicBezTo>
                <a:cubicBezTo>
                  <a:pt x="880861" y="-17510"/>
                  <a:pt x="1065572" y="43818"/>
                  <a:pt x="1207008" y="0"/>
                </a:cubicBezTo>
                <a:cubicBezTo>
                  <a:pt x="1348444" y="-43818"/>
                  <a:pt x="1597167" y="62795"/>
                  <a:pt x="1755648" y="0"/>
                </a:cubicBezTo>
                <a:cubicBezTo>
                  <a:pt x="1914129" y="-62795"/>
                  <a:pt x="2034907" y="26751"/>
                  <a:pt x="2194560" y="0"/>
                </a:cubicBezTo>
                <a:cubicBezTo>
                  <a:pt x="2354213" y="-26751"/>
                  <a:pt x="2541082" y="37793"/>
                  <a:pt x="2633472" y="0"/>
                </a:cubicBezTo>
                <a:cubicBezTo>
                  <a:pt x="2725862" y="-37793"/>
                  <a:pt x="3038838" y="30489"/>
                  <a:pt x="3291840" y="0"/>
                </a:cubicBezTo>
                <a:cubicBezTo>
                  <a:pt x="3544842" y="-30489"/>
                  <a:pt x="3724853" y="17233"/>
                  <a:pt x="3840480" y="0"/>
                </a:cubicBezTo>
                <a:cubicBezTo>
                  <a:pt x="3956107" y="-17233"/>
                  <a:pt x="4170348" y="40835"/>
                  <a:pt x="4334256" y="0"/>
                </a:cubicBezTo>
                <a:cubicBezTo>
                  <a:pt x="4498164" y="-40835"/>
                  <a:pt x="4744795" y="51875"/>
                  <a:pt x="4937760" y="0"/>
                </a:cubicBezTo>
                <a:cubicBezTo>
                  <a:pt x="5130725" y="-51875"/>
                  <a:pt x="5335814" y="21927"/>
                  <a:pt x="5486400" y="0"/>
                </a:cubicBezTo>
                <a:cubicBezTo>
                  <a:pt x="5488279" y="145916"/>
                  <a:pt x="5458998" y="431590"/>
                  <a:pt x="5486400" y="542918"/>
                </a:cubicBezTo>
                <a:cubicBezTo>
                  <a:pt x="5513802" y="654246"/>
                  <a:pt x="5465428" y="939597"/>
                  <a:pt x="5486400" y="1107996"/>
                </a:cubicBezTo>
                <a:cubicBezTo>
                  <a:pt x="5327538" y="1121089"/>
                  <a:pt x="5120597" y="1035820"/>
                  <a:pt x="4828032" y="1107996"/>
                </a:cubicBezTo>
                <a:cubicBezTo>
                  <a:pt x="4535467" y="1180172"/>
                  <a:pt x="4491762" y="1054644"/>
                  <a:pt x="4279392" y="1107996"/>
                </a:cubicBezTo>
                <a:cubicBezTo>
                  <a:pt x="4067022" y="1161348"/>
                  <a:pt x="4019670" y="1074214"/>
                  <a:pt x="3895344" y="1107996"/>
                </a:cubicBezTo>
                <a:cubicBezTo>
                  <a:pt x="3771018" y="1141778"/>
                  <a:pt x="3501579" y="1068907"/>
                  <a:pt x="3346704" y="1107996"/>
                </a:cubicBezTo>
                <a:cubicBezTo>
                  <a:pt x="3191829" y="1147085"/>
                  <a:pt x="3130917" y="1073657"/>
                  <a:pt x="2962656" y="1107996"/>
                </a:cubicBezTo>
                <a:cubicBezTo>
                  <a:pt x="2794395" y="1142335"/>
                  <a:pt x="2764534" y="1068462"/>
                  <a:pt x="2578608" y="1107996"/>
                </a:cubicBezTo>
                <a:cubicBezTo>
                  <a:pt x="2392682" y="1147530"/>
                  <a:pt x="2181179" y="1062137"/>
                  <a:pt x="1920240" y="1107996"/>
                </a:cubicBezTo>
                <a:cubicBezTo>
                  <a:pt x="1659301" y="1153855"/>
                  <a:pt x="1548389" y="1084333"/>
                  <a:pt x="1426464" y="1107996"/>
                </a:cubicBezTo>
                <a:cubicBezTo>
                  <a:pt x="1304539" y="1131659"/>
                  <a:pt x="1035989" y="1060201"/>
                  <a:pt x="768096" y="1107996"/>
                </a:cubicBezTo>
                <a:cubicBezTo>
                  <a:pt x="500203" y="1155791"/>
                  <a:pt x="228975" y="1030187"/>
                  <a:pt x="0" y="1107996"/>
                </a:cubicBezTo>
                <a:cubicBezTo>
                  <a:pt x="-22906" y="908977"/>
                  <a:pt x="1585" y="658563"/>
                  <a:pt x="0" y="542918"/>
                </a:cubicBezTo>
                <a:cubicBezTo>
                  <a:pt x="-1585" y="427273"/>
                  <a:pt x="61033" y="162505"/>
                  <a:pt x="0" y="0"/>
                </a:cubicBez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610582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Question 3: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In a 12% off sale, the price of a teddy bear is £44. What was the original?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2197C3-9337-41EE-9A20-8C61FF779BBC}"/>
              </a:ext>
            </a:extLst>
          </p:cNvPr>
          <p:cNvSpPr txBox="1"/>
          <p:nvPr/>
        </p:nvSpPr>
        <p:spPr>
          <a:xfrm>
            <a:off x="5742459" y="3511936"/>
            <a:ext cx="6198157" cy="1107996"/>
          </a:xfrm>
          <a:custGeom>
            <a:avLst/>
            <a:gdLst>
              <a:gd name="csX0" fmla="*/ 0 w 6198157"/>
              <a:gd name="csY0" fmla="*/ 0 h 1107996"/>
              <a:gd name="csX1" fmla="*/ 439506 w 6198157"/>
              <a:gd name="csY1" fmla="*/ 0 h 1107996"/>
              <a:gd name="csX2" fmla="*/ 1126938 w 6198157"/>
              <a:gd name="csY2" fmla="*/ 0 h 1107996"/>
              <a:gd name="csX3" fmla="*/ 1628425 w 6198157"/>
              <a:gd name="csY3" fmla="*/ 0 h 1107996"/>
              <a:gd name="csX4" fmla="*/ 2191894 w 6198157"/>
              <a:gd name="csY4" fmla="*/ 0 h 1107996"/>
              <a:gd name="csX5" fmla="*/ 2755363 w 6198157"/>
              <a:gd name="csY5" fmla="*/ 0 h 1107996"/>
              <a:gd name="csX6" fmla="*/ 3256850 w 6198157"/>
              <a:gd name="csY6" fmla="*/ 0 h 1107996"/>
              <a:gd name="csX7" fmla="*/ 3882300 w 6198157"/>
              <a:gd name="csY7" fmla="*/ 0 h 1107996"/>
              <a:gd name="csX8" fmla="*/ 4507751 w 6198157"/>
              <a:gd name="csY8" fmla="*/ 0 h 1107996"/>
              <a:gd name="csX9" fmla="*/ 5133201 w 6198157"/>
              <a:gd name="csY9" fmla="*/ 0 h 1107996"/>
              <a:gd name="csX10" fmla="*/ 6198157 w 6198157"/>
              <a:gd name="csY10" fmla="*/ 0 h 1107996"/>
              <a:gd name="csX11" fmla="*/ 6198157 w 6198157"/>
              <a:gd name="csY11" fmla="*/ 565078 h 1107996"/>
              <a:gd name="csX12" fmla="*/ 6198157 w 6198157"/>
              <a:gd name="csY12" fmla="*/ 1107996 h 1107996"/>
              <a:gd name="csX13" fmla="*/ 5634688 w 6198157"/>
              <a:gd name="csY13" fmla="*/ 1107996 h 1107996"/>
              <a:gd name="csX14" fmla="*/ 5257164 w 6198157"/>
              <a:gd name="csY14" fmla="*/ 1107996 h 1107996"/>
              <a:gd name="csX15" fmla="*/ 4569732 w 6198157"/>
              <a:gd name="csY15" fmla="*/ 1107996 h 1107996"/>
              <a:gd name="csX16" fmla="*/ 3944282 w 6198157"/>
              <a:gd name="csY16" fmla="*/ 1107996 h 1107996"/>
              <a:gd name="csX17" fmla="*/ 3256850 w 6198157"/>
              <a:gd name="csY17" fmla="*/ 1107996 h 1107996"/>
              <a:gd name="csX18" fmla="*/ 2631399 w 6198157"/>
              <a:gd name="csY18" fmla="*/ 1107996 h 1107996"/>
              <a:gd name="csX19" fmla="*/ 2129912 w 6198157"/>
              <a:gd name="csY19" fmla="*/ 1107996 h 1107996"/>
              <a:gd name="csX20" fmla="*/ 1752388 w 6198157"/>
              <a:gd name="csY20" fmla="*/ 1107996 h 1107996"/>
              <a:gd name="csX21" fmla="*/ 1312882 w 6198157"/>
              <a:gd name="csY21" fmla="*/ 1107996 h 1107996"/>
              <a:gd name="csX22" fmla="*/ 873377 w 6198157"/>
              <a:gd name="csY22" fmla="*/ 1107996 h 1107996"/>
              <a:gd name="csX23" fmla="*/ 495853 w 6198157"/>
              <a:gd name="csY23" fmla="*/ 1107996 h 1107996"/>
              <a:gd name="csX24" fmla="*/ 0 w 6198157"/>
              <a:gd name="csY24" fmla="*/ 1107996 h 1107996"/>
              <a:gd name="csX25" fmla="*/ 0 w 6198157"/>
              <a:gd name="csY25" fmla="*/ 531838 h 1107996"/>
              <a:gd name="csX26" fmla="*/ 0 w 6198157"/>
              <a:gd name="csY26" fmla="*/ 0 h 1107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6198157" h="1107996" fill="none" extrusionOk="0">
                <a:moveTo>
                  <a:pt x="0" y="0"/>
                </a:moveTo>
                <a:cubicBezTo>
                  <a:pt x="98105" y="-46342"/>
                  <a:pt x="306788" y="36713"/>
                  <a:pt x="439506" y="0"/>
                </a:cubicBezTo>
                <a:cubicBezTo>
                  <a:pt x="572224" y="-36713"/>
                  <a:pt x="862474" y="11140"/>
                  <a:pt x="1126938" y="0"/>
                </a:cubicBezTo>
                <a:cubicBezTo>
                  <a:pt x="1391402" y="-11140"/>
                  <a:pt x="1414367" y="56000"/>
                  <a:pt x="1628425" y="0"/>
                </a:cubicBezTo>
                <a:cubicBezTo>
                  <a:pt x="1842483" y="-56000"/>
                  <a:pt x="1992481" y="8451"/>
                  <a:pt x="2191894" y="0"/>
                </a:cubicBezTo>
                <a:cubicBezTo>
                  <a:pt x="2391307" y="-8451"/>
                  <a:pt x="2583950" y="5353"/>
                  <a:pt x="2755363" y="0"/>
                </a:cubicBezTo>
                <a:cubicBezTo>
                  <a:pt x="2926776" y="-5353"/>
                  <a:pt x="3089748" y="27031"/>
                  <a:pt x="3256850" y="0"/>
                </a:cubicBezTo>
                <a:cubicBezTo>
                  <a:pt x="3423952" y="-27031"/>
                  <a:pt x="3583510" y="13338"/>
                  <a:pt x="3882300" y="0"/>
                </a:cubicBezTo>
                <a:cubicBezTo>
                  <a:pt x="4181090" y="-13338"/>
                  <a:pt x="4378485" y="32412"/>
                  <a:pt x="4507751" y="0"/>
                </a:cubicBezTo>
                <a:cubicBezTo>
                  <a:pt x="4637017" y="-32412"/>
                  <a:pt x="4986468" y="39317"/>
                  <a:pt x="5133201" y="0"/>
                </a:cubicBezTo>
                <a:cubicBezTo>
                  <a:pt x="5279934" y="-39317"/>
                  <a:pt x="5717725" y="104467"/>
                  <a:pt x="6198157" y="0"/>
                </a:cubicBezTo>
                <a:cubicBezTo>
                  <a:pt x="6249340" y="147734"/>
                  <a:pt x="6135165" y="338894"/>
                  <a:pt x="6198157" y="565078"/>
                </a:cubicBezTo>
                <a:cubicBezTo>
                  <a:pt x="6261149" y="791262"/>
                  <a:pt x="6166601" y="917799"/>
                  <a:pt x="6198157" y="1107996"/>
                </a:cubicBezTo>
                <a:cubicBezTo>
                  <a:pt x="6006494" y="1124503"/>
                  <a:pt x="5882375" y="1063331"/>
                  <a:pt x="5634688" y="1107996"/>
                </a:cubicBezTo>
                <a:cubicBezTo>
                  <a:pt x="5387001" y="1152661"/>
                  <a:pt x="5424418" y="1088598"/>
                  <a:pt x="5257164" y="1107996"/>
                </a:cubicBezTo>
                <a:cubicBezTo>
                  <a:pt x="5089910" y="1127394"/>
                  <a:pt x="4889328" y="1058821"/>
                  <a:pt x="4569732" y="1107996"/>
                </a:cubicBezTo>
                <a:cubicBezTo>
                  <a:pt x="4250136" y="1157171"/>
                  <a:pt x="4112859" y="1033930"/>
                  <a:pt x="3944282" y="1107996"/>
                </a:cubicBezTo>
                <a:cubicBezTo>
                  <a:pt x="3775705" y="1182062"/>
                  <a:pt x="3560954" y="1079555"/>
                  <a:pt x="3256850" y="1107996"/>
                </a:cubicBezTo>
                <a:cubicBezTo>
                  <a:pt x="2952746" y="1136437"/>
                  <a:pt x="2910835" y="1099833"/>
                  <a:pt x="2631399" y="1107996"/>
                </a:cubicBezTo>
                <a:cubicBezTo>
                  <a:pt x="2351963" y="1116159"/>
                  <a:pt x="2340124" y="1061826"/>
                  <a:pt x="2129912" y="1107996"/>
                </a:cubicBezTo>
                <a:cubicBezTo>
                  <a:pt x="1919700" y="1154166"/>
                  <a:pt x="1871524" y="1092864"/>
                  <a:pt x="1752388" y="1107996"/>
                </a:cubicBezTo>
                <a:cubicBezTo>
                  <a:pt x="1633252" y="1123128"/>
                  <a:pt x="1519222" y="1089244"/>
                  <a:pt x="1312882" y="1107996"/>
                </a:cubicBezTo>
                <a:cubicBezTo>
                  <a:pt x="1106542" y="1126748"/>
                  <a:pt x="982553" y="1063346"/>
                  <a:pt x="873377" y="1107996"/>
                </a:cubicBezTo>
                <a:cubicBezTo>
                  <a:pt x="764201" y="1152646"/>
                  <a:pt x="625174" y="1097833"/>
                  <a:pt x="495853" y="1107996"/>
                </a:cubicBezTo>
                <a:cubicBezTo>
                  <a:pt x="366532" y="1118159"/>
                  <a:pt x="214173" y="1074364"/>
                  <a:pt x="0" y="1107996"/>
                </a:cubicBezTo>
                <a:cubicBezTo>
                  <a:pt x="-39877" y="885109"/>
                  <a:pt x="17400" y="772579"/>
                  <a:pt x="0" y="531838"/>
                </a:cubicBezTo>
                <a:cubicBezTo>
                  <a:pt x="-17400" y="291097"/>
                  <a:pt x="62283" y="168065"/>
                  <a:pt x="0" y="0"/>
                </a:cubicBezTo>
                <a:close/>
              </a:path>
              <a:path w="6198157" h="1107996" stroke="0" extrusionOk="0">
                <a:moveTo>
                  <a:pt x="0" y="0"/>
                </a:moveTo>
                <a:cubicBezTo>
                  <a:pt x="236510" y="-77632"/>
                  <a:pt x="437838" y="27899"/>
                  <a:pt x="687432" y="0"/>
                </a:cubicBezTo>
                <a:cubicBezTo>
                  <a:pt x="937026" y="-27899"/>
                  <a:pt x="1122797" y="15189"/>
                  <a:pt x="1250901" y="0"/>
                </a:cubicBezTo>
                <a:cubicBezTo>
                  <a:pt x="1379005" y="-15189"/>
                  <a:pt x="1594911" y="10508"/>
                  <a:pt x="1814370" y="0"/>
                </a:cubicBezTo>
                <a:cubicBezTo>
                  <a:pt x="2033829" y="-10508"/>
                  <a:pt x="2146343" y="2747"/>
                  <a:pt x="2253875" y="0"/>
                </a:cubicBezTo>
                <a:cubicBezTo>
                  <a:pt x="2361408" y="-2747"/>
                  <a:pt x="2575462" y="15359"/>
                  <a:pt x="2693381" y="0"/>
                </a:cubicBezTo>
                <a:cubicBezTo>
                  <a:pt x="2811300" y="-15359"/>
                  <a:pt x="3204115" y="33807"/>
                  <a:pt x="3380813" y="0"/>
                </a:cubicBezTo>
                <a:cubicBezTo>
                  <a:pt x="3557511" y="-33807"/>
                  <a:pt x="3778986" y="17765"/>
                  <a:pt x="3944282" y="0"/>
                </a:cubicBezTo>
                <a:cubicBezTo>
                  <a:pt x="4109578" y="-17765"/>
                  <a:pt x="4305762" y="14839"/>
                  <a:pt x="4445769" y="0"/>
                </a:cubicBezTo>
                <a:cubicBezTo>
                  <a:pt x="4585776" y="-14839"/>
                  <a:pt x="4768358" y="45331"/>
                  <a:pt x="5071219" y="0"/>
                </a:cubicBezTo>
                <a:cubicBezTo>
                  <a:pt x="5374080" y="-45331"/>
                  <a:pt x="5310583" y="20950"/>
                  <a:pt x="5448743" y="0"/>
                </a:cubicBezTo>
                <a:cubicBezTo>
                  <a:pt x="5586903" y="-20950"/>
                  <a:pt x="5866274" y="54980"/>
                  <a:pt x="6198157" y="0"/>
                </a:cubicBezTo>
                <a:cubicBezTo>
                  <a:pt x="6216629" y="119372"/>
                  <a:pt x="6194798" y="391092"/>
                  <a:pt x="6198157" y="520758"/>
                </a:cubicBezTo>
                <a:cubicBezTo>
                  <a:pt x="6201516" y="650424"/>
                  <a:pt x="6178914" y="933872"/>
                  <a:pt x="6198157" y="1107996"/>
                </a:cubicBezTo>
                <a:cubicBezTo>
                  <a:pt x="5934830" y="1155688"/>
                  <a:pt x="5664250" y="1058440"/>
                  <a:pt x="5510725" y="1107996"/>
                </a:cubicBezTo>
                <a:cubicBezTo>
                  <a:pt x="5357200" y="1157552"/>
                  <a:pt x="5226202" y="1068122"/>
                  <a:pt x="5133201" y="1107996"/>
                </a:cubicBezTo>
                <a:cubicBezTo>
                  <a:pt x="5040200" y="1147870"/>
                  <a:pt x="4818176" y="1060471"/>
                  <a:pt x="4569732" y="1107996"/>
                </a:cubicBezTo>
                <a:cubicBezTo>
                  <a:pt x="4321288" y="1155521"/>
                  <a:pt x="4363691" y="1106391"/>
                  <a:pt x="4192208" y="1107996"/>
                </a:cubicBezTo>
                <a:cubicBezTo>
                  <a:pt x="4020725" y="1109601"/>
                  <a:pt x="3939662" y="1072054"/>
                  <a:pt x="3814684" y="1107996"/>
                </a:cubicBezTo>
                <a:cubicBezTo>
                  <a:pt x="3689706" y="1143938"/>
                  <a:pt x="3416659" y="1060124"/>
                  <a:pt x="3127252" y="1107996"/>
                </a:cubicBezTo>
                <a:cubicBezTo>
                  <a:pt x="2837845" y="1155868"/>
                  <a:pt x="2816982" y="1077517"/>
                  <a:pt x="2625765" y="1107996"/>
                </a:cubicBezTo>
                <a:cubicBezTo>
                  <a:pt x="2434548" y="1138475"/>
                  <a:pt x="2087481" y="1057678"/>
                  <a:pt x="1938333" y="1107996"/>
                </a:cubicBezTo>
                <a:cubicBezTo>
                  <a:pt x="1789185" y="1158314"/>
                  <a:pt x="1542988" y="1069309"/>
                  <a:pt x="1250901" y="1107996"/>
                </a:cubicBezTo>
                <a:cubicBezTo>
                  <a:pt x="958814" y="1146683"/>
                  <a:pt x="849109" y="1080997"/>
                  <a:pt x="625450" y="1107996"/>
                </a:cubicBezTo>
                <a:cubicBezTo>
                  <a:pt x="401791" y="1134995"/>
                  <a:pt x="177064" y="1062835"/>
                  <a:pt x="0" y="1107996"/>
                </a:cubicBezTo>
                <a:cubicBezTo>
                  <a:pt x="-9174" y="851411"/>
                  <a:pt x="26156" y="741990"/>
                  <a:pt x="0" y="531838"/>
                </a:cubicBezTo>
                <a:cubicBezTo>
                  <a:pt x="-26156" y="321686"/>
                  <a:pt x="1804" y="144791"/>
                  <a:pt x="0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6610582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Question 4: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In a 40% off sale, a jumper costs £39. What is the original cost of the jumper?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6B3491-9474-441B-8AD0-055205E53BE8}"/>
              </a:ext>
            </a:extLst>
          </p:cNvPr>
          <p:cNvSpPr txBox="1"/>
          <p:nvPr/>
        </p:nvSpPr>
        <p:spPr>
          <a:xfrm>
            <a:off x="37058" y="1250739"/>
            <a:ext cx="2247383" cy="430887"/>
          </a:xfrm>
          <a:custGeom>
            <a:avLst/>
            <a:gdLst>
              <a:gd name="csX0" fmla="*/ 0 w 2247383"/>
              <a:gd name="csY0" fmla="*/ 0 h 430887"/>
              <a:gd name="csX1" fmla="*/ 561846 w 2247383"/>
              <a:gd name="csY1" fmla="*/ 0 h 430887"/>
              <a:gd name="csX2" fmla="*/ 1168639 w 2247383"/>
              <a:gd name="csY2" fmla="*/ 0 h 430887"/>
              <a:gd name="csX3" fmla="*/ 2247383 w 2247383"/>
              <a:gd name="csY3" fmla="*/ 0 h 430887"/>
              <a:gd name="csX4" fmla="*/ 2247383 w 2247383"/>
              <a:gd name="csY4" fmla="*/ 430887 h 430887"/>
              <a:gd name="csX5" fmla="*/ 1663063 w 2247383"/>
              <a:gd name="csY5" fmla="*/ 430887 h 430887"/>
              <a:gd name="csX6" fmla="*/ 1078744 w 2247383"/>
              <a:gd name="csY6" fmla="*/ 430887 h 430887"/>
              <a:gd name="csX7" fmla="*/ 539372 w 2247383"/>
              <a:gd name="csY7" fmla="*/ 430887 h 430887"/>
              <a:gd name="csX8" fmla="*/ 0 w 2247383"/>
              <a:gd name="csY8" fmla="*/ 430887 h 430887"/>
              <a:gd name="csX9" fmla="*/ 0 w 2247383"/>
              <a:gd name="csY9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247383" h="430887" extrusionOk="0">
                <a:moveTo>
                  <a:pt x="0" y="0"/>
                </a:moveTo>
                <a:cubicBezTo>
                  <a:pt x="113387" y="-45804"/>
                  <a:pt x="340069" y="66263"/>
                  <a:pt x="561846" y="0"/>
                </a:cubicBezTo>
                <a:cubicBezTo>
                  <a:pt x="783623" y="-66263"/>
                  <a:pt x="909745" y="30417"/>
                  <a:pt x="1168639" y="0"/>
                </a:cubicBezTo>
                <a:cubicBezTo>
                  <a:pt x="1427533" y="-30417"/>
                  <a:pt x="1877051" y="105321"/>
                  <a:pt x="2247383" y="0"/>
                </a:cubicBezTo>
                <a:cubicBezTo>
                  <a:pt x="2279279" y="190346"/>
                  <a:pt x="2207391" y="269684"/>
                  <a:pt x="2247383" y="430887"/>
                </a:cubicBezTo>
                <a:cubicBezTo>
                  <a:pt x="1955671" y="487438"/>
                  <a:pt x="1917479" y="377323"/>
                  <a:pt x="1663063" y="430887"/>
                </a:cubicBezTo>
                <a:cubicBezTo>
                  <a:pt x="1408647" y="484451"/>
                  <a:pt x="1347141" y="399697"/>
                  <a:pt x="1078744" y="430887"/>
                </a:cubicBezTo>
                <a:cubicBezTo>
                  <a:pt x="810347" y="462077"/>
                  <a:pt x="689879" y="422605"/>
                  <a:pt x="539372" y="430887"/>
                </a:cubicBezTo>
                <a:cubicBezTo>
                  <a:pt x="388865" y="439169"/>
                  <a:pt x="268558" y="425504"/>
                  <a:pt x="0" y="430887"/>
                </a:cubicBezTo>
                <a:cubicBezTo>
                  <a:pt x="-44847" y="333237"/>
                  <a:pt x="9929" y="105062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Original = 100%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9EC725-503E-4888-B22D-78345C28F96C}"/>
              </a:ext>
            </a:extLst>
          </p:cNvPr>
          <p:cNvSpPr txBox="1"/>
          <p:nvPr/>
        </p:nvSpPr>
        <p:spPr>
          <a:xfrm>
            <a:off x="2284441" y="1233409"/>
            <a:ext cx="2677886" cy="430887"/>
          </a:xfrm>
          <a:custGeom>
            <a:avLst/>
            <a:gdLst>
              <a:gd name="csX0" fmla="*/ 0 w 2677886"/>
              <a:gd name="csY0" fmla="*/ 0 h 430887"/>
              <a:gd name="csX1" fmla="*/ 535577 w 2677886"/>
              <a:gd name="csY1" fmla="*/ 0 h 430887"/>
              <a:gd name="csX2" fmla="*/ 1124712 w 2677886"/>
              <a:gd name="csY2" fmla="*/ 0 h 430887"/>
              <a:gd name="csX3" fmla="*/ 1713847 w 2677886"/>
              <a:gd name="csY3" fmla="*/ 0 h 430887"/>
              <a:gd name="csX4" fmla="*/ 2169088 w 2677886"/>
              <a:gd name="csY4" fmla="*/ 0 h 430887"/>
              <a:gd name="csX5" fmla="*/ 2677886 w 2677886"/>
              <a:gd name="csY5" fmla="*/ 0 h 430887"/>
              <a:gd name="csX6" fmla="*/ 2677886 w 2677886"/>
              <a:gd name="csY6" fmla="*/ 430887 h 430887"/>
              <a:gd name="csX7" fmla="*/ 2222645 w 2677886"/>
              <a:gd name="csY7" fmla="*/ 430887 h 430887"/>
              <a:gd name="csX8" fmla="*/ 1660289 w 2677886"/>
              <a:gd name="csY8" fmla="*/ 430887 h 430887"/>
              <a:gd name="csX9" fmla="*/ 1071154 w 2677886"/>
              <a:gd name="csY9" fmla="*/ 430887 h 430887"/>
              <a:gd name="csX10" fmla="*/ 535577 w 2677886"/>
              <a:gd name="csY10" fmla="*/ 430887 h 430887"/>
              <a:gd name="csX11" fmla="*/ 0 w 2677886"/>
              <a:gd name="csY11" fmla="*/ 430887 h 430887"/>
              <a:gd name="csX12" fmla="*/ 0 w 2677886"/>
              <a:gd name="csY12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77886" h="430887" extrusionOk="0">
                <a:moveTo>
                  <a:pt x="0" y="0"/>
                </a:moveTo>
                <a:cubicBezTo>
                  <a:pt x="189743" y="-49671"/>
                  <a:pt x="348257" y="47840"/>
                  <a:pt x="535577" y="0"/>
                </a:cubicBezTo>
                <a:cubicBezTo>
                  <a:pt x="722897" y="-47840"/>
                  <a:pt x="869396" y="26188"/>
                  <a:pt x="1124712" y="0"/>
                </a:cubicBezTo>
                <a:cubicBezTo>
                  <a:pt x="1380029" y="-26188"/>
                  <a:pt x="1488756" y="13766"/>
                  <a:pt x="1713847" y="0"/>
                </a:cubicBezTo>
                <a:cubicBezTo>
                  <a:pt x="1938939" y="-13766"/>
                  <a:pt x="1984399" y="6013"/>
                  <a:pt x="2169088" y="0"/>
                </a:cubicBezTo>
                <a:cubicBezTo>
                  <a:pt x="2353777" y="-6013"/>
                  <a:pt x="2557593" y="18805"/>
                  <a:pt x="2677886" y="0"/>
                </a:cubicBezTo>
                <a:cubicBezTo>
                  <a:pt x="2697660" y="209658"/>
                  <a:pt x="2642446" y="306449"/>
                  <a:pt x="2677886" y="430887"/>
                </a:cubicBezTo>
                <a:cubicBezTo>
                  <a:pt x="2561811" y="467235"/>
                  <a:pt x="2383440" y="414149"/>
                  <a:pt x="2222645" y="430887"/>
                </a:cubicBezTo>
                <a:cubicBezTo>
                  <a:pt x="2061850" y="447625"/>
                  <a:pt x="1777841" y="411117"/>
                  <a:pt x="1660289" y="430887"/>
                </a:cubicBezTo>
                <a:cubicBezTo>
                  <a:pt x="1542737" y="450657"/>
                  <a:pt x="1307927" y="367598"/>
                  <a:pt x="1071154" y="430887"/>
                </a:cubicBezTo>
                <a:cubicBezTo>
                  <a:pt x="834382" y="494176"/>
                  <a:pt x="733929" y="419652"/>
                  <a:pt x="535577" y="430887"/>
                </a:cubicBezTo>
                <a:cubicBezTo>
                  <a:pt x="337225" y="442122"/>
                  <a:pt x="176897" y="396622"/>
                  <a:pt x="0" y="430887"/>
                </a:cubicBezTo>
                <a:cubicBezTo>
                  <a:pt x="-22594" y="215737"/>
                  <a:pt x="46882" y="127401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Sale = 65%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209FE8-E6EB-4B5E-90BB-436EFBDBF93A}"/>
              </a:ext>
            </a:extLst>
          </p:cNvPr>
          <p:cNvSpPr txBox="1"/>
          <p:nvPr/>
        </p:nvSpPr>
        <p:spPr>
          <a:xfrm>
            <a:off x="1680087" y="1587290"/>
            <a:ext cx="1760376" cy="430887"/>
          </a:xfrm>
          <a:custGeom>
            <a:avLst/>
            <a:gdLst>
              <a:gd name="csX0" fmla="*/ 0 w 1760376"/>
              <a:gd name="csY0" fmla="*/ 0 h 430887"/>
              <a:gd name="csX1" fmla="*/ 586792 w 1760376"/>
              <a:gd name="csY1" fmla="*/ 0 h 430887"/>
              <a:gd name="csX2" fmla="*/ 1208792 w 1760376"/>
              <a:gd name="csY2" fmla="*/ 0 h 430887"/>
              <a:gd name="csX3" fmla="*/ 1760376 w 1760376"/>
              <a:gd name="csY3" fmla="*/ 0 h 430887"/>
              <a:gd name="csX4" fmla="*/ 1760376 w 1760376"/>
              <a:gd name="csY4" fmla="*/ 430887 h 430887"/>
              <a:gd name="csX5" fmla="*/ 1155980 w 1760376"/>
              <a:gd name="csY5" fmla="*/ 430887 h 430887"/>
              <a:gd name="csX6" fmla="*/ 551584 w 1760376"/>
              <a:gd name="csY6" fmla="*/ 430887 h 430887"/>
              <a:gd name="csX7" fmla="*/ 0 w 1760376"/>
              <a:gd name="csY7" fmla="*/ 430887 h 430887"/>
              <a:gd name="csX8" fmla="*/ 0 w 1760376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60376" h="430887" extrusionOk="0">
                <a:moveTo>
                  <a:pt x="0" y="0"/>
                </a:moveTo>
                <a:cubicBezTo>
                  <a:pt x="167950" y="-60923"/>
                  <a:pt x="467791" y="27031"/>
                  <a:pt x="586792" y="0"/>
                </a:cubicBezTo>
                <a:cubicBezTo>
                  <a:pt x="705793" y="-27031"/>
                  <a:pt x="1053114" y="29891"/>
                  <a:pt x="1208792" y="0"/>
                </a:cubicBezTo>
                <a:cubicBezTo>
                  <a:pt x="1364470" y="-29891"/>
                  <a:pt x="1490803" y="43189"/>
                  <a:pt x="1760376" y="0"/>
                </a:cubicBezTo>
                <a:cubicBezTo>
                  <a:pt x="1792272" y="190346"/>
                  <a:pt x="1720384" y="269684"/>
                  <a:pt x="1760376" y="430887"/>
                </a:cubicBezTo>
                <a:cubicBezTo>
                  <a:pt x="1499700" y="487701"/>
                  <a:pt x="1335375" y="419367"/>
                  <a:pt x="1155980" y="430887"/>
                </a:cubicBezTo>
                <a:cubicBezTo>
                  <a:pt x="976585" y="442407"/>
                  <a:pt x="706942" y="412983"/>
                  <a:pt x="551584" y="430887"/>
                </a:cubicBezTo>
                <a:cubicBezTo>
                  <a:pt x="396226" y="448791"/>
                  <a:pt x="154604" y="367417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£195 = 65%</a:t>
            </a:r>
          </a:p>
        </p:txBody>
      </p:sp>
      <p:sp>
        <p:nvSpPr>
          <p:cNvPr id="12" name="Arrow: Curved Right 11">
            <a:extLst>
              <a:ext uri="{FF2B5EF4-FFF2-40B4-BE49-F238E27FC236}">
                <a16:creationId xmlns:a16="http://schemas.microsoft.com/office/drawing/2014/main" id="{BF116118-D37F-49E2-B009-CFF82A09FBA7}"/>
              </a:ext>
            </a:extLst>
          </p:cNvPr>
          <p:cNvSpPr/>
          <p:nvPr/>
        </p:nvSpPr>
        <p:spPr>
          <a:xfrm>
            <a:off x="1053976" y="1784730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7A2597DA-A15E-4C93-8C75-E5855B6A66C1}"/>
              </a:ext>
            </a:extLst>
          </p:cNvPr>
          <p:cNvSpPr/>
          <p:nvPr/>
        </p:nvSpPr>
        <p:spPr>
          <a:xfrm flipH="1">
            <a:off x="3397250" y="1731813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DC085F-7DAB-4F7A-BD87-485DA9BD7913}"/>
                  </a:ext>
                </a:extLst>
              </p:cNvPr>
              <p:cNvSpPr txBox="1"/>
              <p:nvPr/>
            </p:nvSpPr>
            <p:spPr>
              <a:xfrm>
                <a:off x="3166218" y="1855417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65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DC085F-7DAB-4F7A-BD87-485DA9BD7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218" y="1855417"/>
                <a:ext cx="68967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051FC3-44B7-4B49-AF9C-4600F6AB2FC3}"/>
                  </a:ext>
                </a:extLst>
              </p:cNvPr>
              <p:cNvSpPr txBox="1"/>
              <p:nvPr/>
            </p:nvSpPr>
            <p:spPr>
              <a:xfrm>
                <a:off x="1081688" y="1900381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65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051FC3-44B7-4B49-AF9C-4600F6AB2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688" y="1900381"/>
                <a:ext cx="68967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CFA3730-78F0-4080-A2AD-DA6325A6630F}"/>
              </a:ext>
            </a:extLst>
          </p:cNvPr>
          <p:cNvSpPr txBox="1"/>
          <p:nvPr/>
        </p:nvSpPr>
        <p:spPr>
          <a:xfrm>
            <a:off x="2444188" y="2247009"/>
            <a:ext cx="880188" cy="430887"/>
          </a:xfrm>
          <a:custGeom>
            <a:avLst/>
            <a:gdLst>
              <a:gd name="csX0" fmla="*/ 0 w 880188"/>
              <a:gd name="csY0" fmla="*/ 0 h 430887"/>
              <a:gd name="csX1" fmla="*/ 440094 w 880188"/>
              <a:gd name="csY1" fmla="*/ 0 h 430887"/>
              <a:gd name="csX2" fmla="*/ 880188 w 880188"/>
              <a:gd name="csY2" fmla="*/ 0 h 430887"/>
              <a:gd name="csX3" fmla="*/ 880188 w 880188"/>
              <a:gd name="csY3" fmla="*/ 430887 h 430887"/>
              <a:gd name="csX4" fmla="*/ 448896 w 880188"/>
              <a:gd name="csY4" fmla="*/ 430887 h 430887"/>
              <a:gd name="csX5" fmla="*/ 0 w 880188"/>
              <a:gd name="csY5" fmla="*/ 430887 h 430887"/>
              <a:gd name="csX6" fmla="*/ 0 w 880188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0188" h="430887" extrusionOk="0">
                <a:moveTo>
                  <a:pt x="0" y="0"/>
                </a:moveTo>
                <a:cubicBezTo>
                  <a:pt x="93732" y="-43319"/>
                  <a:pt x="348147" y="44634"/>
                  <a:pt x="440094" y="0"/>
                </a:cubicBezTo>
                <a:cubicBezTo>
                  <a:pt x="532041" y="-44634"/>
                  <a:pt x="732319" y="36988"/>
                  <a:pt x="880188" y="0"/>
                </a:cubicBezTo>
                <a:cubicBezTo>
                  <a:pt x="897958" y="184179"/>
                  <a:pt x="876358" y="253949"/>
                  <a:pt x="880188" y="430887"/>
                </a:cubicBezTo>
                <a:cubicBezTo>
                  <a:pt x="743743" y="469459"/>
                  <a:pt x="656127" y="408672"/>
                  <a:pt x="448896" y="430887"/>
                </a:cubicBezTo>
                <a:cubicBezTo>
                  <a:pt x="241665" y="453102"/>
                  <a:pt x="118029" y="421437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8BD197-2EDE-4F8F-A536-6E83EF1D847B}"/>
              </a:ext>
            </a:extLst>
          </p:cNvPr>
          <p:cNvSpPr txBox="1"/>
          <p:nvPr/>
        </p:nvSpPr>
        <p:spPr>
          <a:xfrm>
            <a:off x="1809986" y="2247009"/>
            <a:ext cx="914441" cy="430887"/>
          </a:xfrm>
          <a:custGeom>
            <a:avLst/>
            <a:gdLst>
              <a:gd name="csX0" fmla="*/ 0 w 914441"/>
              <a:gd name="csY0" fmla="*/ 0 h 430887"/>
              <a:gd name="csX1" fmla="*/ 457221 w 914441"/>
              <a:gd name="csY1" fmla="*/ 0 h 430887"/>
              <a:gd name="csX2" fmla="*/ 914441 w 914441"/>
              <a:gd name="csY2" fmla="*/ 0 h 430887"/>
              <a:gd name="csX3" fmla="*/ 914441 w 914441"/>
              <a:gd name="csY3" fmla="*/ 430887 h 430887"/>
              <a:gd name="csX4" fmla="*/ 466365 w 914441"/>
              <a:gd name="csY4" fmla="*/ 430887 h 430887"/>
              <a:gd name="csX5" fmla="*/ 0 w 914441"/>
              <a:gd name="csY5" fmla="*/ 430887 h 430887"/>
              <a:gd name="csX6" fmla="*/ 0 w 914441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14441" h="430887" extrusionOk="0">
                <a:moveTo>
                  <a:pt x="0" y="0"/>
                </a:moveTo>
                <a:cubicBezTo>
                  <a:pt x="211176" y="-23755"/>
                  <a:pt x="310831" y="6928"/>
                  <a:pt x="457221" y="0"/>
                </a:cubicBezTo>
                <a:cubicBezTo>
                  <a:pt x="603611" y="-6928"/>
                  <a:pt x="776288" y="4165"/>
                  <a:pt x="914441" y="0"/>
                </a:cubicBezTo>
                <a:cubicBezTo>
                  <a:pt x="932211" y="184179"/>
                  <a:pt x="910611" y="253949"/>
                  <a:pt x="914441" y="430887"/>
                </a:cubicBezTo>
                <a:cubicBezTo>
                  <a:pt x="708881" y="455700"/>
                  <a:pt x="657881" y="413926"/>
                  <a:pt x="466365" y="430887"/>
                </a:cubicBezTo>
                <a:cubicBezTo>
                  <a:pt x="274849" y="447848"/>
                  <a:pt x="186820" y="384460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EC526F-F0EE-479D-A2C8-CE2E8F766C70}"/>
              </a:ext>
            </a:extLst>
          </p:cNvPr>
          <p:cNvSpPr txBox="1"/>
          <p:nvPr/>
        </p:nvSpPr>
        <p:spPr>
          <a:xfrm>
            <a:off x="2328584" y="3001828"/>
            <a:ext cx="1225028" cy="430887"/>
          </a:xfrm>
          <a:custGeom>
            <a:avLst/>
            <a:gdLst>
              <a:gd name="csX0" fmla="*/ 0 w 1225028"/>
              <a:gd name="csY0" fmla="*/ 0 h 430887"/>
              <a:gd name="csX1" fmla="*/ 408343 w 1225028"/>
              <a:gd name="csY1" fmla="*/ 0 h 430887"/>
              <a:gd name="csX2" fmla="*/ 841186 w 1225028"/>
              <a:gd name="csY2" fmla="*/ 0 h 430887"/>
              <a:gd name="csX3" fmla="*/ 1225028 w 1225028"/>
              <a:gd name="csY3" fmla="*/ 0 h 430887"/>
              <a:gd name="csX4" fmla="*/ 1225028 w 1225028"/>
              <a:gd name="csY4" fmla="*/ 430887 h 430887"/>
              <a:gd name="csX5" fmla="*/ 804435 w 1225028"/>
              <a:gd name="csY5" fmla="*/ 430887 h 430887"/>
              <a:gd name="csX6" fmla="*/ 383842 w 1225028"/>
              <a:gd name="csY6" fmla="*/ 430887 h 430887"/>
              <a:gd name="csX7" fmla="*/ 0 w 1225028"/>
              <a:gd name="csY7" fmla="*/ 430887 h 430887"/>
              <a:gd name="csX8" fmla="*/ 0 w 1225028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25028" h="430887" extrusionOk="0">
                <a:moveTo>
                  <a:pt x="0" y="0"/>
                </a:moveTo>
                <a:cubicBezTo>
                  <a:pt x="111746" y="-16940"/>
                  <a:pt x="283716" y="22577"/>
                  <a:pt x="408343" y="0"/>
                </a:cubicBezTo>
                <a:cubicBezTo>
                  <a:pt x="532970" y="-22577"/>
                  <a:pt x="723754" y="26601"/>
                  <a:pt x="841186" y="0"/>
                </a:cubicBezTo>
                <a:cubicBezTo>
                  <a:pt x="958618" y="-26601"/>
                  <a:pt x="1121364" y="12981"/>
                  <a:pt x="1225028" y="0"/>
                </a:cubicBezTo>
                <a:cubicBezTo>
                  <a:pt x="1256924" y="190346"/>
                  <a:pt x="1185036" y="269684"/>
                  <a:pt x="1225028" y="430887"/>
                </a:cubicBezTo>
                <a:cubicBezTo>
                  <a:pt x="1136217" y="465078"/>
                  <a:pt x="949017" y="391049"/>
                  <a:pt x="804435" y="430887"/>
                </a:cubicBezTo>
                <a:cubicBezTo>
                  <a:pt x="659853" y="470725"/>
                  <a:pt x="474380" y="401895"/>
                  <a:pt x="383842" y="430887"/>
                </a:cubicBezTo>
                <a:cubicBezTo>
                  <a:pt x="293304" y="459879"/>
                  <a:pt x="189682" y="396041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100%</a:t>
            </a:r>
          </a:p>
        </p:txBody>
      </p:sp>
      <p:sp>
        <p:nvSpPr>
          <p:cNvPr id="19" name="Arrow: Curved Right 18">
            <a:extLst>
              <a:ext uri="{FF2B5EF4-FFF2-40B4-BE49-F238E27FC236}">
                <a16:creationId xmlns:a16="http://schemas.microsoft.com/office/drawing/2014/main" id="{E4D7E9F1-5994-4348-862A-DD26B6B86526}"/>
              </a:ext>
            </a:extLst>
          </p:cNvPr>
          <p:cNvSpPr/>
          <p:nvPr/>
        </p:nvSpPr>
        <p:spPr>
          <a:xfrm>
            <a:off x="1053976" y="2574765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Arrow: Curved Right 19">
            <a:extLst>
              <a:ext uri="{FF2B5EF4-FFF2-40B4-BE49-F238E27FC236}">
                <a16:creationId xmlns:a16="http://schemas.microsoft.com/office/drawing/2014/main" id="{87858CB3-67DF-4856-BDCC-7325672A5B0D}"/>
              </a:ext>
            </a:extLst>
          </p:cNvPr>
          <p:cNvSpPr/>
          <p:nvPr/>
        </p:nvSpPr>
        <p:spPr>
          <a:xfrm flipH="1">
            <a:off x="3397250" y="2521848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5D406D-D8A0-4431-9B23-F16D84B19F86}"/>
                  </a:ext>
                </a:extLst>
              </p:cNvPr>
              <p:cNvSpPr txBox="1"/>
              <p:nvPr/>
            </p:nvSpPr>
            <p:spPr>
              <a:xfrm>
                <a:off x="3166218" y="2645452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100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5D406D-D8A0-4431-9B23-F16D84B19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218" y="2645452"/>
                <a:ext cx="68967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610C533-8396-4EA7-AC2E-61EC008063CF}"/>
              </a:ext>
            </a:extLst>
          </p:cNvPr>
          <p:cNvSpPr txBox="1"/>
          <p:nvPr/>
        </p:nvSpPr>
        <p:spPr>
          <a:xfrm>
            <a:off x="1081688" y="2690416"/>
            <a:ext cx="689677" cy="369332"/>
          </a:xfrm>
          <a:custGeom>
            <a:avLst/>
            <a:gdLst>
              <a:gd name="csX0" fmla="*/ 0 w 689677"/>
              <a:gd name="csY0" fmla="*/ 0 h 369332"/>
              <a:gd name="csX1" fmla="*/ 344839 w 689677"/>
              <a:gd name="csY1" fmla="*/ 0 h 369332"/>
              <a:gd name="csX2" fmla="*/ 689677 w 689677"/>
              <a:gd name="csY2" fmla="*/ 0 h 369332"/>
              <a:gd name="csX3" fmla="*/ 689677 w 689677"/>
              <a:gd name="csY3" fmla="*/ 369332 h 369332"/>
              <a:gd name="csX4" fmla="*/ 351735 w 689677"/>
              <a:gd name="csY4" fmla="*/ 369332 h 369332"/>
              <a:gd name="csX5" fmla="*/ 0 w 689677"/>
              <a:gd name="csY5" fmla="*/ 369332 h 369332"/>
              <a:gd name="csX6" fmla="*/ 0 w 689677"/>
              <a:gd name="csY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9677" h="369332" extrusionOk="0">
                <a:moveTo>
                  <a:pt x="0" y="0"/>
                </a:moveTo>
                <a:cubicBezTo>
                  <a:pt x="166879" y="-28672"/>
                  <a:pt x="243086" y="394"/>
                  <a:pt x="344839" y="0"/>
                </a:cubicBezTo>
                <a:cubicBezTo>
                  <a:pt x="446592" y="-394"/>
                  <a:pt x="620492" y="13496"/>
                  <a:pt x="689677" y="0"/>
                </a:cubicBezTo>
                <a:cubicBezTo>
                  <a:pt x="723609" y="128799"/>
                  <a:pt x="678768" y="256626"/>
                  <a:pt x="689677" y="369332"/>
                </a:cubicBezTo>
                <a:cubicBezTo>
                  <a:pt x="607482" y="391873"/>
                  <a:pt x="463972" y="360151"/>
                  <a:pt x="351735" y="369332"/>
                </a:cubicBezTo>
                <a:cubicBezTo>
                  <a:pt x="239498" y="378513"/>
                  <a:pt x="109075" y="359110"/>
                  <a:pt x="0" y="369332"/>
                </a:cubicBezTo>
                <a:cubicBezTo>
                  <a:pt x="-39520" y="230137"/>
                  <a:pt x="14780" y="8282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x100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ACDBF-C654-499B-B304-A739CF98F7B3}"/>
              </a:ext>
            </a:extLst>
          </p:cNvPr>
          <p:cNvSpPr txBox="1"/>
          <p:nvPr/>
        </p:nvSpPr>
        <p:spPr>
          <a:xfrm>
            <a:off x="1515614" y="3008265"/>
            <a:ext cx="914441" cy="430887"/>
          </a:xfrm>
          <a:custGeom>
            <a:avLst/>
            <a:gdLst>
              <a:gd name="csX0" fmla="*/ 0 w 914441"/>
              <a:gd name="csY0" fmla="*/ 0 h 430887"/>
              <a:gd name="csX1" fmla="*/ 457221 w 914441"/>
              <a:gd name="csY1" fmla="*/ 0 h 430887"/>
              <a:gd name="csX2" fmla="*/ 914441 w 914441"/>
              <a:gd name="csY2" fmla="*/ 0 h 430887"/>
              <a:gd name="csX3" fmla="*/ 914441 w 914441"/>
              <a:gd name="csY3" fmla="*/ 430887 h 430887"/>
              <a:gd name="csX4" fmla="*/ 466365 w 914441"/>
              <a:gd name="csY4" fmla="*/ 430887 h 430887"/>
              <a:gd name="csX5" fmla="*/ 0 w 914441"/>
              <a:gd name="csY5" fmla="*/ 430887 h 430887"/>
              <a:gd name="csX6" fmla="*/ 0 w 914441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14441" h="430887" extrusionOk="0">
                <a:moveTo>
                  <a:pt x="0" y="0"/>
                </a:moveTo>
                <a:cubicBezTo>
                  <a:pt x="211176" y="-23755"/>
                  <a:pt x="310831" y="6928"/>
                  <a:pt x="457221" y="0"/>
                </a:cubicBezTo>
                <a:cubicBezTo>
                  <a:pt x="603611" y="-6928"/>
                  <a:pt x="776288" y="4165"/>
                  <a:pt x="914441" y="0"/>
                </a:cubicBezTo>
                <a:cubicBezTo>
                  <a:pt x="932211" y="184179"/>
                  <a:pt x="910611" y="253949"/>
                  <a:pt x="914441" y="430887"/>
                </a:cubicBezTo>
                <a:cubicBezTo>
                  <a:pt x="708881" y="455700"/>
                  <a:pt x="657881" y="413926"/>
                  <a:pt x="466365" y="430887"/>
                </a:cubicBezTo>
                <a:cubicBezTo>
                  <a:pt x="274849" y="447848"/>
                  <a:pt x="186820" y="384460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£300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988B11-50CF-4972-AB96-3DE70BBFE7C7}"/>
              </a:ext>
            </a:extLst>
          </p:cNvPr>
          <p:cNvSpPr txBox="1"/>
          <p:nvPr/>
        </p:nvSpPr>
        <p:spPr>
          <a:xfrm>
            <a:off x="5689971" y="1198954"/>
            <a:ext cx="2247383" cy="430887"/>
          </a:xfrm>
          <a:custGeom>
            <a:avLst/>
            <a:gdLst>
              <a:gd name="csX0" fmla="*/ 0 w 2247383"/>
              <a:gd name="csY0" fmla="*/ 0 h 430887"/>
              <a:gd name="csX1" fmla="*/ 561846 w 2247383"/>
              <a:gd name="csY1" fmla="*/ 0 h 430887"/>
              <a:gd name="csX2" fmla="*/ 1168639 w 2247383"/>
              <a:gd name="csY2" fmla="*/ 0 h 430887"/>
              <a:gd name="csX3" fmla="*/ 2247383 w 2247383"/>
              <a:gd name="csY3" fmla="*/ 0 h 430887"/>
              <a:gd name="csX4" fmla="*/ 2247383 w 2247383"/>
              <a:gd name="csY4" fmla="*/ 430887 h 430887"/>
              <a:gd name="csX5" fmla="*/ 1663063 w 2247383"/>
              <a:gd name="csY5" fmla="*/ 430887 h 430887"/>
              <a:gd name="csX6" fmla="*/ 1078744 w 2247383"/>
              <a:gd name="csY6" fmla="*/ 430887 h 430887"/>
              <a:gd name="csX7" fmla="*/ 539372 w 2247383"/>
              <a:gd name="csY7" fmla="*/ 430887 h 430887"/>
              <a:gd name="csX8" fmla="*/ 0 w 2247383"/>
              <a:gd name="csY8" fmla="*/ 430887 h 430887"/>
              <a:gd name="csX9" fmla="*/ 0 w 2247383"/>
              <a:gd name="csY9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247383" h="430887" extrusionOk="0">
                <a:moveTo>
                  <a:pt x="0" y="0"/>
                </a:moveTo>
                <a:cubicBezTo>
                  <a:pt x="113387" y="-45804"/>
                  <a:pt x="340069" y="66263"/>
                  <a:pt x="561846" y="0"/>
                </a:cubicBezTo>
                <a:cubicBezTo>
                  <a:pt x="783623" y="-66263"/>
                  <a:pt x="909745" y="30417"/>
                  <a:pt x="1168639" y="0"/>
                </a:cubicBezTo>
                <a:cubicBezTo>
                  <a:pt x="1427533" y="-30417"/>
                  <a:pt x="1877051" y="105321"/>
                  <a:pt x="2247383" y="0"/>
                </a:cubicBezTo>
                <a:cubicBezTo>
                  <a:pt x="2279279" y="190346"/>
                  <a:pt x="2207391" y="269684"/>
                  <a:pt x="2247383" y="430887"/>
                </a:cubicBezTo>
                <a:cubicBezTo>
                  <a:pt x="1955671" y="487438"/>
                  <a:pt x="1917479" y="377323"/>
                  <a:pt x="1663063" y="430887"/>
                </a:cubicBezTo>
                <a:cubicBezTo>
                  <a:pt x="1408647" y="484451"/>
                  <a:pt x="1347141" y="399697"/>
                  <a:pt x="1078744" y="430887"/>
                </a:cubicBezTo>
                <a:cubicBezTo>
                  <a:pt x="810347" y="462077"/>
                  <a:pt x="689879" y="422605"/>
                  <a:pt x="539372" y="430887"/>
                </a:cubicBezTo>
                <a:cubicBezTo>
                  <a:pt x="388865" y="439169"/>
                  <a:pt x="268558" y="425504"/>
                  <a:pt x="0" y="430887"/>
                </a:cubicBezTo>
                <a:cubicBezTo>
                  <a:pt x="-44847" y="333237"/>
                  <a:pt x="9929" y="105062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Original = 100%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A74BE5-1F7E-4167-B63C-BC007A2733D6}"/>
              </a:ext>
            </a:extLst>
          </p:cNvPr>
          <p:cNvSpPr txBox="1"/>
          <p:nvPr/>
        </p:nvSpPr>
        <p:spPr>
          <a:xfrm>
            <a:off x="7937354" y="1181624"/>
            <a:ext cx="2677886" cy="430887"/>
          </a:xfrm>
          <a:custGeom>
            <a:avLst/>
            <a:gdLst>
              <a:gd name="csX0" fmla="*/ 0 w 2677886"/>
              <a:gd name="csY0" fmla="*/ 0 h 430887"/>
              <a:gd name="csX1" fmla="*/ 535577 w 2677886"/>
              <a:gd name="csY1" fmla="*/ 0 h 430887"/>
              <a:gd name="csX2" fmla="*/ 1124712 w 2677886"/>
              <a:gd name="csY2" fmla="*/ 0 h 430887"/>
              <a:gd name="csX3" fmla="*/ 1713847 w 2677886"/>
              <a:gd name="csY3" fmla="*/ 0 h 430887"/>
              <a:gd name="csX4" fmla="*/ 2169088 w 2677886"/>
              <a:gd name="csY4" fmla="*/ 0 h 430887"/>
              <a:gd name="csX5" fmla="*/ 2677886 w 2677886"/>
              <a:gd name="csY5" fmla="*/ 0 h 430887"/>
              <a:gd name="csX6" fmla="*/ 2677886 w 2677886"/>
              <a:gd name="csY6" fmla="*/ 430887 h 430887"/>
              <a:gd name="csX7" fmla="*/ 2222645 w 2677886"/>
              <a:gd name="csY7" fmla="*/ 430887 h 430887"/>
              <a:gd name="csX8" fmla="*/ 1660289 w 2677886"/>
              <a:gd name="csY8" fmla="*/ 430887 h 430887"/>
              <a:gd name="csX9" fmla="*/ 1071154 w 2677886"/>
              <a:gd name="csY9" fmla="*/ 430887 h 430887"/>
              <a:gd name="csX10" fmla="*/ 535577 w 2677886"/>
              <a:gd name="csY10" fmla="*/ 430887 h 430887"/>
              <a:gd name="csX11" fmla="*/ 0 w 2677886"/>
              <a:gd name="csY11" fmla="*/ 430887 h 430887"/>
              <a:gd name="csX12" fmla="*/ 0 w 2677886"/>
              <a:gd name="csY12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77886" h="430887" extrusionOk="0">
                <a:moveTo>
                  <a:pt x="0" y="0"/>
                </a:moveTo>
                <a:cubicBezTo>
                  <a:pt x="189743" y="-49671"/>
                  <a:pt x="348257" y="47840"/>
                  <a:pt x="535577" y="0"/>
                </a:cubicBezTo>
                <a:cubicBezTo>
                  <a:pt x="722897" y="-47840"/>
                  <a:pt x="869396" y="26188"/>
                  <a:pt x="1124712" y="0"/>
                </a:cubicBezTo>
                <a:cubicBezTo>
                  <a:pt x="1380029" y="-26188"/>
                  <a:pt x="1488756" y="13766"/>
                  <a:pt x="1713847" y="0"/>
                </a:cubicBezTo>
                <a:cubicBezTo>
                  <a:pt x="1938939" y="-13766"/>
                  <a:pt x="1984399" y="6013"/>
                  <a:pt x="2169088" y="0"/>
                </a:cubicBezTo>
                <a:cubicBezTo>
                  <a:pt x="2353777" y="-6013"/>
                  <a:pt x="2557593" y="18805"/>
                  <a:pt x="2677886" y="0"/>
                </a:cubicBezTo>
                <a:cubicBezTo>
                  <a:pt x="2697660" y="209658"/>
                  <a:pt x="2642446" y="306449"/>
                  <a:pt x="2677886" y="430887"/>
                </a:cubicBezTo>
                <a:cubicBezTo>
                  <a:pt x="2561811" y="467235"/>
                  <a:pt x="2383440" y="414149"/>
                  <a:pt x="2222645" y="430887"/>
                </a:cubicBezTo>
                <a:cubicBezTo>
                  <a:pt x="2061850" y="447625"/>
                  <a:pt x="1777841" y="411117"/>
                  <a:pt x="1660289" y="430887"/>
                </a:cubicBezTo>
                <a:cubicBezTo>
                  <a:pt x="1542737" y="450657"/>
                  <a:pt x="1307927" y="367598"/>
                  <a:pt x="1071154" y="430887"/>
                </a:cubicBezTo>
                <a:cubicBezTo>
                  <a:pt x="834382" y="494176"/>
                  <a:pt x="733929" y="419652"/>
                  <a:pt x="535577" y="430887"/>
                </a:cubicBezTo>
                <a:cubicBezTo>
                  <a:pt x="337225" y="442122"/>
                  <a:pt x="176897" y="396622"/>
                  <a:pt x="0" y="430887"/>
                </a:cubicBezTo>
                <a:cubicBezTo>
                  <a:pt x="-22594" y="215737"/>
                  <a:pt x="46882" y="127401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New = 120%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82EBA1-71CA-41E4-86D5-C087051F3486}"/>
              </a:ext>
            </a:extLst>
          </p:cNvPr>
          <p:cNvSpPr txBox="1"/>
          <p:nvPr/>
        </p:nvSpPr>
        <p:spPr>
          <a:xfrm>
            <a:off x="7209710" y="1536503"/>
            <a:ext cx="1961477" cy="430887"/>
          </a:xfrm>
          <a:custGeom>
            <a:avLst/>
            <a:gdLst>
              <a:gd name="csX0" fmla="*/ 0 w 1961477"/>
              <a:gd name="csY0" fmla="*/ 0 h 430887"/>
              <a:gd name="csX1" fmla="*/ 490369 w 1961477"/>
              <a:gd name="csY1" fmla="*/ 0 h 430887"/>
              <a:gd name="csX2" fmla="*/ 1019968 w 1961477"/>
              <a:gd name="csY2" fmla="*/ 0 h 430887"/>
              <a:gd name="csX3" fmla="*/ 1961477 w 1961477"/>
              <a:gd name="csY3" fmla="*/ 0 h 430887"/>
              <a:gd name="csX4" fmla="*/ 1961477 w 1961477"/>
              <a:gd name="csY4" fmla="*/ 430887 h 430887"/>
              <a:gd name="csX5" fmla="*/ 1451493 w 1961477"/>
              <a:gd name="csY5" fmla="*/ 430887 h 430887"/>
              <a:gd name="csX6" fmla="*/ 941509 w 1961477"/>
              <a:gd name="csY6" fmla="*/ 430887 h 430887"/>
              <a:gd name="csX7" fmla="*/ 470754 w 1961477"/>
              <a:gd name="csY7" fmla="*/ 430887 h 430887"/>
              <a:gd name="csX8" fmla="*/ 0 w 1961477"/>
              <a:gd name="csY8" fmla="*/ 430887 h 430887"/>
              <a:gd name="csX9" fmla="*/ 0 w 1961477"/>
              <a:gd name="csY9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61477" h="430887" extrusionOk="0">
                <a:moveTo>
                  <a:pt x="0" y="0"/>
                </a:moveTo>
                <a:cubicBezTo>
                  <a:pt x="210976" y="-40366"/>
                  <a:pt x="377980" y="31890"/>
                  <a:pt x="490369" y="0"/>
                </a:cubicBezTo>
                <a:cubicBezTo>
                  <a:pt x="602758" y="-31890"/>
                  <a:pt x="879964" y="15137"/>
                  <a:pt x="1019968" y="0"/>
                </a:cubicBezTo>
                <a:cubicBezTo>
                  <a:pt x="1159972" y="-15137"/>
                  <a:pt x="1528700" y="102151"/>
                  <a:pt x="1961477" y="0"/>
                </a:cubicBezTo>
                <a:cubicBezTo>
                  <a:pt x="1993373" y="190346"/>
                  <a:pt x="1921485" y="269684"/>
                  <a:pt x="1961477" y="430887"/>
                </a:cubicBezTo>
                <a:cubicBezTo>
                  <a:pt x="1818913" y="431589"/>
                  <a:pt x="1598798" y="408396"/>
                  <a:pt x="1451493" y="430887"/>
                </a:cubicBezTo>
                <a:cubicBezTo>
                  <a:pt x="1304188" y="453378"/>
                  <a:pt x="1046816" y="412409"/>
                  <a:pt x="941509" y="430887"/>
                </a:cubicBezTo>
                <a:cubicBezTo>
                  <a:pt x="836202" y="449365"/>
                  <a:pt x="650512" y="376585"/>
                  <a:pt x="470754" y="430887"/>
                </a:cubicBezTo>
                <a:cubicBezTo>
                  <a:pt x="290996" y="485189"/>
                  <a:pt x="165584" y="382003"/>
                  <a:pt x="0" y="430887"/>
                </a:cubicBezTo>
                <a:cubicBezTo>
                  <a:pt x="-44847" y="333237"/>
                  <a:pt x="9929" y="105062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£600 = 120%</a:t>
            </a:r>
          </a:p>
        </p:txBody>
      </p:sp>
      <p:sp>
        <p:nvSpPr>
          <p:cNvPr id="27" name="Arrow: Curved Right 26">
            <a:extLst>
              <a:ext uri="{FF2B5EF4-FFF2-40B4-BE49-F238E27FC236}">
                <a16:creationId xmlns:a16="http://schemas.microsoft.com/office/drawing/2014/main" id="{128D5892-F5AB-4A90-B4D9-84BAB832E4D3}"/>
              </a:ext>
            </a:extLst>
          </p:cNvPr>
          <p:cNvSpPr/>
          <p:nvPr/>
        </p:nvSpPr>
        <p:spPr>
          <a:xfrm>
            <a:off x="6706889" y="1732945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Arrow: Curved Right 27">
            <a:extLst>
              <a:ext uri="{FF2B5EF4-FFF2-40B4-BE49-F238E27FC236}">
                <a16:creationId xmlns:a16="http://schemas.microsoft.com/office/drawing/2014/main" id="{014444D6-EC79-4CFE-A125-65B6216FE02F}"/>
              </a:ext>
            </a:extLst>
          </p:cNvPr>
          <p:cNvSpPr/>
          <p:nvPr/>
        </p:nvSpPr>
        <p:spPr>
          <a:xfrm flipH="1">
            <a:off x="9050163" y="1680028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BACCA89-745C-443D-B772-78E9D895EA1F}"/>
                  </a:ext>
                </a:extLst>
              </p:cNvPr>
              <p:cNvSpPr txBox="1"/>
              <p:nvPr/>
            </p:nvSpPr>
            <p:spPr>
              <a:xfrm>
                <a:off x="8819131" y="1803632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120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BACCA89-745C-443D-B772-78E9D895E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131" y="1803632"/>
                <a:ext cx="689677" cy="369332"/>
              </a:xfrm>
              <a:prstGeom prst="rect">
                <a:avLst/>
              </a:prstGeom>
              <a:blipFill>
                <a:blip r:embed="rId5"/>
                <a:stretch>
                  <a:fillRect r="-6195"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575AE9C-372E-4096-9EE1-9B4C0AF6AF1A}"/>
                  </a:ext>
                </a:extLst>
              </p:cNvPr>
              <p:cNvSpPr txBox="1"/>
              <p:nvPr/>
            </p:nvSpPr>
            <p:spPr>
              <a:xfrm>
                <a:off x="6734601" y="1848596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120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575AE9C-372E-4096-9EE1-9B4C0AF6A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601" y="1848596"/>
                <a:ext cx="689677" cy="369332"/>
              </a:xfrm>
              <a:prstGeom prst="rect">
                <a:avLst/>
              </a:prstGeom>
              <a:blipFill>
                <a:blip r:embed="rId6"/>
                <a:stretch>
                  <a:fillRect r="-6195"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0036F6E-D22B-4A54-97BC-9B9902579774}"/>
              </a:ext>
            </a:extLst>
          </p:cNvPr>
          <p:cNvSpPr txBox="1"/>
          <p:nvPr/>
        </p:nvSpPr>
        <p:spPr>
          <a:xfrm>
            <a:off x="7989887" y="2194596"/>
            <a:ext cx="880188" cy="430887"/>
          </a:xfrm>
          <a:custGeom>
            <a:avLst/>
            <a:gdLst>
              <a:gd name="csX0" fmla="*/ 0 w 880188"/>
              <a:gd name="csY0" fmla="*/ 0 h 430887"/>
              <a:gd name="csX1" fmla="*/ 440094 w 880188"/>
              <a:gd name="csY1" fmla="*/ 0 h 430887"/>
              <a:gd name="csX2" fmla="*/ 880188 w 880188"/>
              <a:gd name="csY2" fmla="*/ 0 h 430887"/>
              <a:gd name="csX3" fmla="*/ 880188 w 880188"/>
              <a:gd name="csY3" fmla="*/ 430887 h 430887"/>
              <a:gd name="csX4" fmla="*/ 448896 w 880188"/>
              <a:gd name="csY4" fmla="*/ 430887 h 430887"/>
              <a:gd name="csX5" fmla="*/ 0 w 880188"/>
              <a:gd name="csY5" fmla="*/ 430887 h 430887"/>
              <a:gd name="csX6" fmla="*/ 0 w 880188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0188" h="430887" extrusionOk="0">
                <a:moveTo>
                  <a:pt x="0" y="0"/>
                </a:moveTo>
                <a:cubicBezTo>
                  <a:pt x="93732" y="-43319"/>
                  <a:pt x="348147" y="44634"/>
                  <a:pt x="440094" y="0"/>
                </a:cubicBezTo>
                <a:cubicBezTo>
                  <a:pt x="532041" y="-44634"/>
                  <a:pt x="732319" y="36988"/>
                  <a:pt x="880188" y="0"/>
                </a:cubicBezTo>
                <a:cubicBezTo>
                  <a:pt x="897958" y="184179"/>
                  <a:pt x="876358" y="253949"/>
                  <a:pt x="880188" y="430887"/>
                </a:cubicBezTo>
                <a:cubicBezTo>
                  <a:pt x="743743" y="469459"/>
                  <a:pt x="656127" y="408672"/>
                  <a:pt x="448896" y="430887"/>
                </a:cubicBezTo>
                <a:cubicBezTo>
                  <a:pt x="241665" y="453102"/>
                  <a:pt x="118029" y="421437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2CF45E-96EA-4851-B5B6-77AD8C196534}"/>
              </a:ext>
            </a:extLst>
          </p:cNvPr>
          <p:cNvSpPr txBox="1"/>
          <p:nvPr/>
        </p:nvSpPr>
        <p:spPr>
          <a:xfrm>
            <a:off x="7500133" y="2201165"/>
            <a:ext cx="624793" cy="430887"/>
          </a:xfrm>
          <a:custGeom>
            <a:avLst/>
            <a:gdLst>
              <a:gd name="csX0" fmla="*/ 0 w 624793"/>
              <a:gd name="csY0" fmla="*/ 0 h 430887"/>
              <a:gd name="csX1" fmla="*/ 312397 w 624793"/>
              <a:gd name="csY1" fmla="*/ 0 h 430887"/>
              <a:gd name="csX2" fmla="*/ 624793 w 624793"/>
              <a:gd name="csY2" fmla="*/ 0 h 430887"/>
              <a:gd name="csX3" fmla="*/ 624793 w 624793"/>
              <a:gd name="csY3" fmla="*/ 430887 h 430887"/>
              <a:gd name="csX4" fmla="*/ 318644 w 624793"/>
              <a:gd name="csY4" fmla="*/ 430887 h 430887"/>
              <a:gd name="csX5" fmla="*/ 0 w 624793"/>
              <a:gd name="csY5" fmla="*/ 430887 h 430887"/>
              <a:gd name="csX6" fmla="*/ 0 w 624793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24793" h="430887" extrusionOk="0">
                <a:moveTo>
                  <a:pt x="0" y="0"/>
                </a:moveTo>
                <a:cubicBezTo>
                  <a:pt x="109773" y="-12690"/>
                  <a:pt x="159150" y="30959"/>
                  <a:pt x="312397" y="0"/>
                </a:cubicBezTo>
                <a:cubicBezTo>
                  <a:pt x="465644" y="-30959"/>
                  <a:pt x="486983" y="23511"/>
                  <a:pt x="624793" y="0"/>
                </a:cubicBezTo>
                <a:cubicBezTo>
                  <a:pt x="642563" y="184179"/>
                  <a:pt x="620963" y="253949"/>
                  <a:pt x="624793" y="430887"/>
                </a:cubicBezTo>
                <a:cubicBezTo>
                  <a:pt x="504625" y="441943"/>
                  <a:pt x="402873" y="399442"/>
                  <a:pt x="318644" y="430887"/>
                </a:cubicBezTo>
                <a:cubicBezTo>
                  <a:pt x="234415" y="462332"/>
                  <a:pt x="114353" y="399969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CE2590-F86A-4455-8ACD-4AAE690747F2}"/>
              </a:ext>
            </a:extLst>
          </p:cNvPr>
          <p:cNvSpPr txBox="1"/>
          <p:nvPr/>
        </p:nvSpPr>
        <p:spPr>
          <a:xfrm>
            <a:off x="8069449" y="2958943"/>
            <a:ext cx="1225028" cy="430887"/>
          </a:xfrm>
          <a:custGeom>
            <a:avLst/>
            <a:gdLst>
              <a:gd name="csX0" fmla="*/ 0 w 1225028"/>
              <a:gd name="csY0" fmla="*/ 0 h 430887"/>
              <a:gd name="csX1" fmla="*/ 408343 w 1225028"/>
              <a:gd name="csY1" fmla="*/ 0 h 430887"/>
              <a:gd name="csX2" fmla="*/ 841186 w 1225028"/>
              <a:gd name="csY2" fmla="*/ 0 h 430887"/>
              <a:gd name="csX3" fmla="*/ 1225028 w 1225028"/>
              <a:gd name="csY3" fmla="*/ 0 h 430887"/>
              <a:gd name="csX4" fmla="*/ 1225028 w 1225028"/>
              <a:gd name="csY4" fmla="*/ 430887 h 430887"/>
              <a:gd name="csX5" fmla="*/ 804435 w 1225028"/>
              <a:gd name="csY5" fmla="*/ 430887 h 430887"/>
              <a:gd name="csX6" fmla="*/ 383842 w 1225028"/>
              <a:gd name="csY6" fmla="*/ 430887 h 430887"/>
              <a:gd name="csX7" fmla="*/ 0 w 1225028"/>
              <a:gd name="csY7" fmla="*/ 430887 h 430887"/>
              <a:gd name="csX8" fmla="*/ 0 w 1225028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25028" h="430887" extrusionOk="0">
                <a:moveTo>
                  <a:pt x="0" y="0"/>
                </a:moveTo>
                <a:cubicBezTo>
                  <a:pt x="111746" y="-16940"/>
                  <a:pt x="283716" y="22577"/>
                  <a:pt x="408343" y="0"/>
                </a:cubicBezTo>
                <a:cubicBezTo>
                  <a:pt x="532970" y="-22577"/>
                  <a:pt x="723754" y="26601"/>
                  <a:pt x="841186" y="0"/>
                </a:cubicBezTo>
                <a:cubicBezTo>
                  <a:pt x="958618" y="-26601"/>
                  <a:pt x="1121364" y="12981"/>
                  <a:pt x="1225028" y="0"/>
                </a:cubicBezTo>
                <a:cubicBezTo>
                  <a:pt x="1256924" y="190346"/>
                  <a:pt x="1185036" y="269684"/>
                  <a:pt x="1225028" y="430887"/>
                </a:cubicBezTo>
                <a:cubicBezTo>
                  <a:pt x="1136217" y="465078"/>
                  <a:pt x="949017" y="391049"/>
                  <a:pt x="804435" y="430887"/>
                </a:cubicBezTo>
                <a:cubicBezTo>
                  <a:pt x="659853" y="470725"/>
                  <a:pt x="474380" y="401895"/>
                  <a:pt x="383842" y="430887"/>
                </a:cubicBezTo>
                <a:cubicBezTo>
                  <a:pt x="293304" y="459879"/>
                  <a:pt x="189682" y="396041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100%</a:t>
            </a:r>
          </a:p>
        </p:txBody>
      </p:sp>
      <p:sp>
        <p:nvSpPr>
          <p:cNvPr id="34" name="Arrow: Curved Right 33">
            <a:extLst>
              <a:ext uri="{FF2B5EF4-FFF2-40B4-BE49-F238E27FC236}">
                <a16:creationId xmlns:a16="http://schemas.microsoft.com/office/drawing/2014/main" id="{C4BB2C2E-E676-43FA-A175-05CDE69B3E97}"/>
              </a:ext>
            </a:extLst>
          </p:cNvPr>
          <p:cNvSpPr/>
          <p:nvPr/>
        </p:nvSpPr>
        <p:spPr>
          <a:xfrm>
            <a:off x="6603219" y="2521848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5" name="Arrow: Curved Right 34">
            <a:extLst>
              <a:ext uri="{FF2B5EF4-FFF2-40B4-BE49-F238E27FC236}">
                <a16:creationId xmlns:a16="http://schemas.microsoft.com/office/drawing/2014/main" id="{F8960E36-8C1E-4F9E-BB48-5D157E41ED00}"/>
              </a:ext>
            </a:extLst>
          </p:cNvPr>
          <p:cNvSpPr/>
          <p:nvPr/>
        </p:nvSpPr>
        <p:spPr>
          <a:xfrm flipH="1">
            <a:off x="9177309" y="2521947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8C8639B-3B4B-44AD-9AC7-7B0BB6AF72DF}"/>
                  </a:ext>
                </a:extLst>
              </p:cNvPr>
              <p:cNvSpPr txBox="1"/>
              <p:nvPr/>
            </p:nvSpPr>
            <p:spPr>
              <a:xfrm>
                <a:off x="8946277" y="2645551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100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8C8639B-3B4B-44AD-9AC7-7B0BB6AF7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277" y="2645551"/>
                <a:ext cx="68967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CC9E534B-DC58-469C-8130-58FF135F5C53}"/>
              </a:ext>
            </a:extLst>
          </p:cNvPr>
          <p:cNvSpPr txBox="1"/>
          <p:nvPr/>
        </p:nvSpPr>
        <p:spPr>
          <a:xfrm>
            <a:off x="6630931" y="2637499"/>
            <a:ext cx="689677" cy="369332"/>
          </a:xfrm>
          <a:custGeom>
            <a:avLst/>
            <a:gdLst>
              <a:gd name="csX0" fmla="*/ 0 w 689677"/>
              <a:gd name="csY0" fmla="*/ 0 h 369332"/>
              <a:gd name="csX1" fmla="*/ 344839 w 689677"/>
              <a:gd name="csY1" fmla="*/ 0 h 369332"/>
              <a:gd name="csX2" fmla="*/ 689677 w 689677"/>
              <a:gd name="csY2" fmla="*/ 0 h 369332"/>
              <a:gd name="csX3" fmla="*/ 689677 w 689677"/>
              <a:gd name="csY3" fmla="*/ 369332 h 369332"/>
              <a:gd name="csX4" fmla="*/ 351735 w 689677"/>
              <a:gd name="csY4" fmla="*/ 369332 h 369332"/>
              <a:gd name="csX5" fmla="*/ 0 w 689677"/>
              <a:gd name="csY5" fmla="*/ 369332 h 369332"/>
              <a:gd name="csX6" fmla="*/ 0 w 689677"/>
              <a:gd name="csY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9677" h="369332" extrusionOk="0">
                <a:moveTo>
                  <a:pt x="0" y="0"/>
                </a:moveTo>
                <a:cubicBezTo>
                  <a:pt x="166879" y="-28672"/>
                  <a:pt x="243086" y="394"/>
                  <a:pt x="344839" y="0"/>
                </a:cubicBezTo>
                <a:cubicBezTo>
                  <a:pt x="446592" y="-394"/>
                  <a:pt x="620492" y="13496"/>
                  <a:pt x="689677" y="0"/>
                </a:cubicBezTo>
                <a:cubicBezTo>
                  <a:pt x="723609" y="128799"/>
                  <a:pt x="678768" y="256626"/>
                  <a:pt x="689677" y="369332"/>
                </a:cubicBezTo>
                <a:cubicBezTo>
                  <a:pt x="607482" y="391873"/>
                  <a:pt x="463972" y="360151"/>
                  <a:pt x="351735" y="369332"/>
                </a:cubicBezTo>
                <a:cubicBezTo>
                  <a:pt x="239498" y="378513"/>
                  <a:pt x="109075" y="359110"/>
                  <a:pt x="0" y="369332"/>
                </a:cubicBezTo>
                <a:cubicBezTo>
                  <a:pt x="-39520" y="230137"/>
                  <a:pt x="14780" y="8282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x100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CA41A3-C8DE-4E0B-9B83-07596CD32DF5}"/>
              </a:ext>
            </a:extLst>
          </p:cNvPr>
          <p:cNvSpPr txBox="1"/>
          <p:nvPr/>
        </p:nvSpPr>
        <p:spPr>
          <a:xfrm>
            <a:off x="7318414" y="2955878"/>
            <a:ext cx="1302534" cy="430887"/>
          </a:xfrm>
          <a:custGeom>
            <a:avLst/>
            <a:gdLst>
              <a:gd name="csX0" fmla="*/ 0 w 1302534"/>
              <a:gd name="csY0" fmla="*/ 0 h 430887"/>
              <a:gd name="csX1" fmla="*/ 434178 w 1302534"/>
              <a:gd name="csY1" fmla="*/ 0 h 430887"/>
              <a:gd name="csX2" fmla="*/ 894407 w 1302534"/>
              <a:gd name="csY2" fmla="*/ 0 h 430887"/>
              <a:gd name="csX3" fmla="*/ 1302534 w 1302534"/>
              <a:gd name="csY3" fmla="*/ 0 h 430887"/>
              <a:gd name="csX4" fmla="*/ 1302534 w 1302534"/>
              <a:gd name="csY4" fmla="*/ 430887 h 430887"/>
              <a:gd name="csX5" fmla="*/ 855331 w 1302534"/>
              <a:gd name="csY5" fmla="*/ 430887 h 430887"/>
              <a:gd name="csX6" fmla="*/ 408127 w 1302534"/>
              <a:gd name="csY6" fmla="*/ 430887 h 430887"/>
              <a:gd name="csX7" fmla="*/ 0 w 1302534"/>
              <a:gd name="csY7" fmla="*/ 430887 h 430887"/>
              <a:gd name="csX8" fmla="*/ 0 w 1302534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02534" h="430887" extrusionOk="0">
                <a:moveTo>
                  <a:pt x="0" y="0"/>
                </a:moveTo>
                <a:cubicBezTo>
                  <a:pt x="138022" y="-41130"/>
                  <a:pt x="283286" y="19965"/>
                  <a:pt x="434178" y="0"/>
                </a:cubicBezTo>
                <a:cubicBezTo>
                  <a:pt x="585070" y="-19965"/>
                  <a:pt x="798756" y="55018"/>
                  <a:pt x="894407" y="0"/>
                </a:cubicBezTo>
                <a:cubicBezTo>
                  <a:pt x="990058" y="-55018"/>
                  <a:pt x="1205730" y="26017"/>
                  <a:pt x="1302534" y="0"/>
                </a:cubicBezTo>
                <a:cubicBezTo>
                  <a:pt x="1334430" y="190346"/>
                  <a:pt x="1262542" y="269684"/>
                  <a:pt x="1302534" y="430887"/>
                </a:cubicBezTo>
                <a:cubicBezTo>
                  <a:pt x="1175853" y="478010"/>
                  <a:pt x="1035164" y="401001"/>
                  <a:pt x="855331" y="430887"/>
                </a:cubicBezTo>
                <a:cubicBezTo>
                  <a:pt x="675498" y="460773"/>
                  <a:pt x="564433" y="404529"/>
                  <a:pt x="408127" y="430887"/>
                </a:cubicBezTo>
                <a:cubicBezTo>
                  <a:pt x="251821" y="457245"/>
                  <a:pt x="123469" y="423311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£500</a:t>
            </a:r>
          </a:p>
        </p:txBody>
      </p:sp>
      <p:pic>
        <p:nvPicPr>
          <p:cNvPr id="11270" name="Picture 6" descr="Cartoon Couch Stock Illustrations – 13,850 Cartoon Couch Stock  Illustrations, Vectors &amp; Clipart - Dreamstime">
            <a:extLst>
              <a:ext uri="{FF2B5EF4-FFF2-40B4-BE49-F238E27FC236}">
                <a16:creationId xmlns:a16="http://schemas.microsoft.com/office/drawing/2014/main" id="{B1451334-B62F-43B6-B093-21949C2E4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3471" y="1512016"/>
            <a:ext cx="2058540" cy="142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Monitor, Lcd, Screen, Panel, Technology, Computer, - Clipart Screen, HD Png  Download , Transparent Png Image - PNGitem">
            <a:extLst>
              <a:ext uri="{FF2B5EF4-FFF2-40B4-BE49-F238E27FC236}">
                <a16:creationId xmlns:a16="http://schemas.microsoft.com/office/drawing/2014/main" id="{F3EF3F8D-664B-4608-B0A8-55426E433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435" y="1621705"/>
            <a:ext cx="1340072" cy="161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 descr="Teddy Bear Clip Art Free - Teddy Bear Toy Clipart - Free Transparent PNG  Download - PNGkey">
            <a:extLst>
              <a:ext uri="{FF2B5EF4-FFF2-40B4-BE49-F238E27FC236}">
                <a16:creationId xmlns:a16="http://schemas.microsoft.com/office/drawing/2014/main" id="{4C9834C6-6C2A-4481-AD98-3B0B079D3D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180" t="4711" r="14515" b="5981"/>
          <a:stretch/>
        </p:blipFill>
        <p:spPr bwMode="auto">
          <a:xfrm>
            <a:off x="3872284" y="4844949"/>
            <a:ext cx="1822798" cy="176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53920365-C3CD-4EFB-A45B-A9F2B98F3919}"/>
              </a:ext>
            </a:extLst>
          </p:cNvPr>
          <p:cNvSpPr txBox="1"/>
          <p:nvPr/>
        </p:nvSpPr>
        <p:spPr>
          <a:xfrm>
            <a:off x="7766" y="4572745"/>
            <a:ext cx="2247383" cy="430887"/>
          </a:xfrm>
          <a:custGeom>
            <a:avLst/>
            <a:gdLst>
              <a:gd name="csX0" fmla="*/ 0 w 2247383"/>
              <a:gd name="csY0" fmla="*/ 0 h 430887"/>
              <a:gd name="csX1" fmla="*/ 561846 w 2247383"/>
              <a:gd name="csY1" fmla="*/ 0 h 430887"/>
              <a:gd name="csX2" fmla="*/ 1168639 w 2247383"/>
              <a:gd name="csY2" fmla="*/ 0 h 430887"/>
              <a:gd name="csX3" fmla="*/ 2247383 w 2247383"/>
              <a:gd name="csY3" fmla="*/ 0 h 430887"/>
              <a:gd name="csX4" fmla="*/ 2247383 w 2247383"/>
              <a:gd name="csY4" fmla="*/ 430887 h 430887"/>
              <a:gd name="csX5" fmla="*/ 1663063 w 2247383"/>
              <a:gd name="csY5" fmla="*/ 430887 h 430887"/>
              <a:gd name="csX6" fmla="*/ 1078744 w 2247383"/>
              <a:gd name="csY6" fmla="*/ 430887 h 430887"/>
              <a:gd name="csX7" fmla="*/ 539372 w 2247383"/>
              <a:gd name="csY7" fmla="*/ 430887 h 430887"/>
              <a:gd name="csX8" fmla="*/ 0 w 2247383"/>
              <a:gd name="csY8" fmla="*/ 430887 h 430887"/>
              <a:gd name="csX9" fmla="*/ 0 w 2247383"/>
              <a:gd name="csY9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247383" h="430887" extrusionOk="0">
                <a:moveTo>
                  <a:pt x="0" y="0"/>
                </a:moveTo>
                <a:cubicBezTo>
                  <a:pt x="113387" y="-45804"/>
                  <a:pt x="340069" y="66263"/>
                  <a:pt x="561846" y="0"/>
                </a:cubicBezTo>
                <a:cubicBezTo>
                  <a:pt x="783623" y="-66263"/>
                  <a:pt x="909745" y="30417"/>
                  <a:pt x="1168639" y="0"/>
                </a:cubicBezTo>
                <a:cubicBezTo>
                  <a:pt x="1427533" y="-30417"/>
                  <a:pt x="1877051" y="105321"/>
                  <a:pt x="2247383" y="0"/>
                </a:cubicBezTo>
                <a:cubicBezTo>
                  <a:pt x="2279279" y="190346"/>
                  <a:pt x="2207391" y="269684"/>
                  <a:pt x="2247383" y="430887"/>
                </a:cubicBezTo>
                <a:cubicBezTo>
                  <a:pt x="1955671" y="487438"/>
                  <a:pt x="1917479" y="377323"/>
                  <a:pt x="1663063" y="430887"/>
                </a:cubicBezTo>
                <a:cubicBezTo>
                  <a:pt x="1408647" y="484451"/>
                  <a:pt x="1347141" y="399697"/>
                  <a:pt x="1078744" y="430887"/>
                </a:cubicBezTo>
                <a:cubicBezTo>
                  <a:pt x="810347" y="462077"/>
                  <a:pt x="689879" y="422605"/>
                  <a:pt x="539372" y="430887"/>
                </a:cubicBezTo>
                <a:cubicBezTo>
                  <a:pt x="388865" y="439169"/>
                  <a:pt x="268558" y="425504"/>
                  <a:pt x="0" y="430887"/>
                </a:cubicBezTo>
                <a:cubicBezTo>
                  <a:pt x="-44847" y="333237"/>
                  <a:pt x="9929" y="105062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Original = 100%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D8CF27-CFF8-4F20-9F1F-D56B9AA66FD6}"/>
              </a:ext>
            </a:extLst>
          </p:cNvPr>
          <p:cNvSpPr txBox="1"/>
          <p:nvPr/>
        </p:nvSpPr>
        <p:spPr>
          <a:xfrm>
            <a:off x="2255149" y="4555415"/>
            <a:ext cx="2677886" cy="430887"/>
          </a:xfrm>
          <a:custGeom>
            <a:avLst/>
            <a:gdLst>
              <a:gd name="csX0" fmla="*/ 0 w 2677886"/>
              <a:gd name="csY0" fmla="*/ 0 h 430887"/>
              <a:gd name="csX1" fmla="*/ 535577 w 2677886"/>
              <a:gd name="csY1" fmla="*/ 0 h 430887"/>
              <a:gd name="csX2" fmla="*/ 1124712 w 2677886"/>
              <a:gd name="csY2" fmla="*/ 0 h 430887"/>
              <a:gd name="csX3" fmla="*/ 1713847 w 2677886"/>
              <a:gd name="csY3" fmla="*/ 0 h 430887"/>
              <a:gd name="csX4" fmla="*/ 2169088 w 2677886"/>
              <a:gd name="csY4" fmla="*/ 0 h 430887"/>
              <a:gd name="csX5" fmla="*/ 2677886 w 2677886"/>
              <a:gd name="csY5" fmla="*/ 0 h 430887"/>
              <a:gd name="csX6" fmla="*/ 2677886 w 2677886"/>
              <a:gd name="csY6" fmla="*/ 430887 h 430887"/>
              <a:gd name="csX7" fmla="*/ 2222645 w 2677886"/>
              <a:gd name="csY7" fmla="*/ 430887 h 430887"/>
              <a:gd name="csX8" fmla="*/ 1660289 w 2677886"/>
              <a:gd name="csY8" fmla="*/ 430887 h 430887"/>
              <a:gd name="csX9" fmla="*/ 1071154 w 2677886"/>
              <a:gd name="csY9" fmla="*/ 430887 h 430887"/>
              <a:gd name="csX10" fmla="*/ 535577 w 2677886"/>
              <a:gd name="csY10" fmla="*/ 430887 h 430887"/>
              <a:gd name="csX11" fmla="*/ 0 w 2677886"/>
              <a:gd name="csY11" fmla="*/ 430887 h 430887"/>
              <a:gd name="csX12" fmla="*/ 0 w 2677886"/>
              <a:gd name="csY12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77886" h="430887" extrusionOk="0">
                <a:moveTo>
                  <a:pt x="0" y="0"/>
                </a:moveTo>
                <a:cubicBezTo>
                  <a:pt x="189743" y="-49671"/>
                  <a:pt x="348257" y="47840"/>
                  <a:pt x="535577" y="0"/>
                </a:cubicBezTo>
                <a:cubicBezTo>
                  <a:pt x="722897" y="-47840"/>
                  <a:pt x="869396" y="26188"/>
                  <a:pt x="1124712" y="0"/>
                </a:cubicBezTo>
                <a:cubicBezTo>
                  <a:pt x="1380029" y="-26188"/>
                  <a:pt x="1488756" y="13766"/>
                  <a:pt x="1713847" y="0"/>
                </a:cubicBezTo>
                <a:cubicBezTo>
                  <a:pt x="1938939" y="-13766"/>
                  <a:pt x="1984399" y="6013"/>
                  <a:pt x="2169088" y="0"/>
                </a:cubicBezTo>
                <a:cubicBezTo>
                  <a:pt x="2353777" y="-6013"/>
                  <a:pt x="2557593" y="18805"/>
                  <a:pt x="2677886" y="0"/>
                </a:cubicBezTo>
                <a:cubicBezTo>
                  <a:pt x="2697660" y="209658"/>
                  <a:pt x="2642446" y="306449"/>
                  <a:pt x="2677886" y="430887"/>
                </a:cubicBezTo>
                <a:cubicBezTo>
                  <a:pt x="2561811" y="467235"/>
                  <a:pt x="2383440" y="414149"/>
                  <a:pt x="2222645" y="430887"/>
                </a:cubicBezTo>
                <a:cubicBezTo>
                  <a:pt x="2061850" y="447625"/>
                  <a:pt x="1777841" y="411117"/>
                  <a:pt x="1660289" y="430887"/>
                </a:cubicBezTo>
                <a:cubicBezTo>
                  <a:pt x="1542737" y="450657"/>
                  <a:pt x="1307927" y="367598"/>
                  <a:pt x="1071154" y="430887"/>
                </a:cubicBezTo>
                <a:cubicBezTo>
                  <a:pt x="834382" y="494176"/>
                  <a:pt x="733929" y="419652"/>
                  <a:pt x="535577" y="430887"/>
                </a:cubicBezTo>
                <a:cubicBezTo>
                  <a:pt x="337225" y="442122"/>
                  <a:pt x="176897" y="396622"/>
                  <a:pt x="0" y="430887"/>
                </a:cubicBezTo>
                <a:cubicBezTo>
                  <a:pt x="-22594" y="215737"/>
                  <a:pt x="46882" y="127401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Sale = 88%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0883FB-A430-49F5-B44E-4FF6CAD2D531}"/>
              </a:ext>
            </a:extLst>
          </p:cNvPr>
          <p:cNvSpPr txBox="1"/>
          <p:nvPr/>
        </p:nvSpPr>
        <p:spPr>
          <a:xfrm>
            <a:off x="1650795" y="4909296"/>
            <a:ext cx="1760376" cy="430887"/>
          </a:xfrm>
          <a:custGeom>
            <a:avLst/>
            <a:gdLst>
              <a:gd name="csX0" fmla="*/ 0 w 1760376"/>
              <a:gd name="csY0" fmla="*/ 0 h 430887"/>
              <a:gd name="csX1" fmla="*/ 586792 w 1760376"/>
              <a:gd name="csY1" fmla="*/ 0 h 430887"/>
              <a:gd name="csX2" fmla="*/ 1208792 w 1760376"/>
              <a:gd name="csY2" fmla="*/ 0 h 430887"/>
              <a:gd name="csX3" fmla="*/ 1760376 w 1760376"/>
              <a:gd name="csY3" fmla="*/ 0 h 430887"/>
              <a:gd name="csX4" fmla="*/ 1760376 w 1760376"/>
              <a:gd name="csY4" fmla="*/ 430887 h 430887"/>
              <a:gd name="csX5" fmla="*/ 1155980 w 1760376"/>
              <a:gd name="csY5" fmla="*/ 430887 h 430887"/>
              <a:gd name="csX6" fmla="*/ 551584 w 1760376"/>
              <a:gd name="csY6" fmla="*/ 430887 h 430887"/>
              <a:gd name="csX7" fmla="*/ 0 w 1760376"/>
              <a:gd name="csY7" fmla="*/ 430887 h 430887"/>
              <a:gd name="csX8" fmla="*/ 0 w 1760376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60376" h="430887" extrusionOk="0">
                <a:moveTo>
                  <a:pt x="0" y="0"/>
                </a:moveTo>
                <a:cubicBezTo>
                  <a:pt x="167950" y="-60923"/>
                  <a:pt x="467791" y="27031"/>
                  <a:pt x="586792" y="0"/>
                </a:cubicBezTo>
                <a:cubicBezTo>
                  <a:pt x="705793" y="-27031"/>
                  <a:pt x="1053114" y="29891"/>
                  <a:pt x="1208792" y="0"/>
                </a:cubicBezTo>
                <a:cubicBezTo>
                  <a:pt x="1364470" y="-29891"/>
                  <a:pt x="1490803" y="43189"/>
                  <a:pt x="1760376" y="0"/>
                </a:cubicBezTo>
                <a:cubicBezTo>
                  <a:pt x="1792272" y="190346"/>
                  <a:pt x="1720384" y="269684"/>
                  <a:pt x="1760376" y="430887"/>
                </a:cubicBezTo>
                <a:cubicBezTo>
                  <a:pt x="1499700" y="487701"/>
                  <a:pt x="1335375" y="419367"/>
                  <a:pt x="1155980" y="430887"/>
                </a:cubicBezTo>
                <a:cubicBezTo>
                  <a:pt x="976585" y="442407"/>
                  <a:pt x="706942" y="412983"/>
                  <a:pt x="551584" y="430887"/>
                </a:cubicBezTo>
                <a:cubicBezTo>
                  <a:pt x="396226" y="448791"/>
                  <a:pt x="154604" y="367417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£44 = 88%</a:t>
            </a:r>
          </a:p>
        </p:txBody>
      </p:sp>
      <p:sp>
        <p:nvSpPr>
          <p:cNvPr id="61" name="Arrow: Curved Right 60">
            <a:extLst>
              <a:ext uri="{FF2B5EF4-FFF2-40B4-BE49-F238E27FC236}">
                <a16:creationId xmlns:a16="http://schemas.microsoft.com/office/drawing/2014/main" id="{25A8AB95-EAFA-4809-837B-7CF8C7560243}"/>
              </a:ext>
            </a:extLst>
          </p:cNvPr>
          <p:cNvSpPr/>
          <p:nvPr/>
        </p:nvSpPr>
        <p:spPr>
          <a:xfrm>
            <a:off x="1024684" y="5106736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2" name="Arrow: Curved Right 61">
            <a:extLst>
              <a:ext uri="{FF2B5EF4-FFF2-40B4-BE49-F238E27FC236}">
                <a16:creationId xmlns:a16="http://schemas.microsoft.com/office/drawing/2014/main" id="{AEF3E9D3-3051-4252-992D-54B9756A5CDC}"/>
              </a:ext>
            </a:extLst>
          </p:cNvPr>
          <p:cNvSpPr/>
          <p:nvPr/>
        </p:nvSpPr>
        <p:spPr>
          <a:xfrm flipH="1">
            <a:off x="3367958" y="5053819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BA6A6D7-AB5A-4EE8-9C8F-3CDE50526F08}"/>
                  </a:ext>
                </a:extLst>
              </p:cNvPr>
              <p:cNvSpPr txBox="1"/>
              <p:nvPr/>
            </p:nvSpPr>
            <p:spPr>
              <a:xfrm>
                <a:off x="3136926" y="5177423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88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BA6A6D7-AB5A-4EE8-9C8F-3CDE50526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26" y="5177423"/>
                <a:ext cx="68967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C68B7A2-571E-4898-AF4D-90E026D50659}"/>
                  </a:ext>
                </a:extLst>
              </p:cNvPr>
              <p:cNvSpPr txBox="1"/>
              <p:nvPr/>
            </p:nvSpPr>
            <p:spPr>
              <a:xfrm>
                <a:off x="1052396" y="5222387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88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C68B7A2-571E-4898-AF4D-90E026D50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396" y="5222387"/>
                <a:ext cx="68967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A7EA045B-E879-4C4B-AC70-6D1DFD7C1295}"/>
              </a:ext>
            </a:extLst>
          </p:cNvPr>
          <p:cNvSpPr txBox="1"/>
          <p:nvPr/>
        </p:nvSpPr>
        <p:spPr>
          <a:xfrm>
            <a:off x="2414896" y="5569015"/>
            <a:ext cx="880188" cy="430887"/>
          </a:xfrm>
          <a:custGeom>
            <a:avLst/>
            <a:gdLst>
              <a:gd name="csX0" fmla="*/ 0 w 880188"/>
              <a:gd name="csY0" fmla="*/ 0 h 430887"/>
              <a:gd name="csX1" fmla="*/ 440094 w 880188"/>
              <a:gd name="csY1" fmla="*/ 0 h 430887"/>
              <a:gd name="csX2" fmla="*/ 880188 w 880188"/>
              <a:gd name="csY2" fmla="*/ 0 h 430887"/>
              <a:gd name="csX3" fmla="*/ 880188 w 880188"/>
              <a:gd name="csY3" fmla="*/ 430887 h 430887"/>
              <a:gd name="csX4" fmla="*/ 448896 w 880188"/>
              <a:gd name="csY4" fmla="*/ 430887 h 430887"/>
              <a:gd name="csX5" fmla="*/ 0 w 880188"/>
              <a:gd name="csY5" fmla="*/ 430887 h 430887"/>
              <a:gd name="csX6" fmla="*/ 0 w 880188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0188" h="430887" extrusionOk="0">
                <a:moveTo>
                  <a:pt x="0" y="0"/>
                </a:moveTo>
                <a:cubicBezTo>
                  <a:pt x="93732" y="-43319"/>
                  <a:pt x="348147" y="44634"/>
                  <a:pt x="440094" y="0"/>
                </a:cubicBezTo>
                <a:cubicBezTo>
                  <a:pt x="532041" y="-44634"/>
                  <a:pt x="732319" y="36988"/>
                  <a:pt x="880188" y="0"/>
                </a:cubicBezTo>
                <a:cubicBezTo>
                  <a:pt x="897958" y="184179"/>
                  <a:pt x="876358" y="253949"/>
                  <a:pt x="880188" y="430887"/>
                </a:cubicBezTo>
                <a:cubicBezTo>
                  <a:pt x="743743" y="469459"/>
                  <a:pt x="656127" y="408672"/>
                  <a:pt x="448896" y="430887"/>
                </a:cubicBezTo>
                <a:cubicBezTo>
                  <a:pt x="241665" y="453102"/>
                  <a:pt x="118029" y="421437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1%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AE98074-3024-4383-BE68-4B0FC11E0A46}"/>
              </a:ext>
            </a:extLst>
          </p:cNvPr>
          <p:cNvSpPr txBox="1"/>
          <p:nvPr/>
        </p:nvSpPr>
        <p:spPr>
          <a:xfrm>
            <a:off x="1650363" y="5569014"/>
            <a:ext cx="914441" cy="430887"/>
          </a:xfrm>
          <a:custGeom>
            <a:avLst/>
            <a:gdLst>
              <a:gd name="csX0" fmla="*/ 0 w 914441"/>
              <a:gd name="csY0" fmla="*/ 0 h 430887"/>
              <a:gd name="csX1" fmla="*/ 457221 w 914441"/>
              <a:gd name="csY1" fmla="*/ 0 h 430887"/>
              <a:gd name="csX2" fmla="*/ 914441 w 914441"/>
              <a:gd name="csY2" fmla="*/ 0 h 430887"/>
              <a:gd name="csX3" fmla="*/ 914441 w 914441"/>
              <a:gd name="csY3" fmla="*/ 430887 h 430887"/>
              <a:gd name="csX4" fmla="*/ 466365 w 914441"/>
              <a:gd name="csY4" fmla="*/ 430887 h 430887"/>
              <a:gd name="csX5" fmla="*/ 0 w 914441"/>
              <a:gd name="csY5" fmla="*/ 430887 h 430887"/>
              <a:gd name="csX6" fmla="*/ 0 w 914441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14441" h="430887" extrusionOk="0">
                <a:moveTo>
                  <a:pt x="0" y="0"/>
                </a:moveTo>
                <a:cubicBezTo>
                  <a:pt x="211176" y="-23755"/>
                  <a:pt x="310831" y="6928"/>
                  <a:pt x="457221" y="0"/>
                </a:cubicBezTo>
                <a:cubicBezTo>
                  <a:pt x="603611" y="-6928"/>
                  <a:pt x="776288" y="4165"/>
                  <a:pt x="914441" y="0"/>
                </a:cubicBezTo>
                <a:cubicBezTo>
                  <a:pt x="932211" y="184179"/>
                  <a:pt x="910611" y="253949"/>
                  <a:pt x="914441" y="430887"/>
                </a:cubicBezTo>
                <a:cubicBezTo>
                  <a:pt x="708881" y="455700"/>
                  <a:pt x="657881" y="413926"/>
                  <a:pt x="466365" y="430887"/>
                </a:cubicBezTo>
                <a:cubicBezTo>
                  <a:pt x="274849" y="447848"/>
                  <a:pt x="186820" y="384460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£0.50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D0D433-2088-483C-8122-4DF50DD639C4}"/>
              </a:ext>
            </a:extLst>
          </p:cNvPr>
          <p:cNvSpPr txBox="1"/>
          <p:nvPr/>
        </p:nvSpPr>
        <p:spPr>
          <a:xfrm>
            <a:off x="2299292" y="6323834"/>
            <a:ext cx="1225028" cy="430887"/>
          </a:xfrm>
          <a:custGeom>
            <a:avLst/>
            <a:gdLst>
              <a:gd name="csX0" fmla="*/ 0 w 1225028"/>
              <a:gd name="csY0" fmla="*/ 0 h 430887"/>
              <a:gd name="csX1" fmla="*/ 408343 w 1225028"/>
              <a:gd name="csY1" fmla="*/ 0 h 430887"/>
              <a:gd name="csX2" fmla="*/ 841186 w 1225028"/>
              <a:gd name="csY2" fmla="*/ 0 h 430887"/>
              <a:gd name="csX3" fmla="*/ 1225028 w 1225028"/>
              <a:gd name="csY3" fmla="*/ 0 h 430887"/>
              <a:gd name="csX4" fmla="*/ 1225028 w 1225028"/>
              <a:gd name="csY4" fmla="*/ 430887 h 430887"/>
              <a:gd name="csX5" fmla="*/ 804435 w 1225028"/>
              <a:gd name="csY5" fmla="*/ 430887 h 430887"/>
              <a:gd name="csX6" fmla="*/ 383842 w 1225028"/>
              <a:gd name="csY6" fmla="*/ 430887 h 430887"/>
              <a:gd name="csX7" fmla="*/ 0 w 1225028"/>
              <a:gd name="csY7" fmla="*/ 430887 h 430887"/>
              <a:gd name="csX8" fmla="*/ 0 w 1225028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25028" h="430887" extrusionOk="0">
                <a:moveTo>
                  <a:pt x="0" y="0"/>
                </a:moveTo>
                <a:cubicBezTo>
                  <a:pt x="111746" y="-16940"/>
                  <a:pt x="283716" y="22577"/>
                  <a:pt x="408343" y="0"/>
                </a:cubicBezTo>
                <a:cubicBezTo>
                  <a:pt x="532970" y="-22577"/>
                  <a:pt x="723754" y="26601"/>
                  <a:pt x="841186" y="0"/>
                </a:cubicBezTo>
                <a:cubicBezTo>
                  <a:pt x="958618" y="-26601"/>
                  <a:pt x="1121364" y="12981"/>
                  <a:pt x="1225028" y="0"/>
                </a:cubicBezTo>
                <a:cubicBezTo>
                  <a:pt x="1256924" y="190346"/>
                  <a:pt x="1185036" y="269684"/>
                  <a:pt x="1225028" y="430887"/>
                </a:cubicBezTo>
                <a:cubicBezTo>
                  <a:pt x="1136217" y="465078"/>
                  <a:pt x="949017" y="391049"/>
                  <a:pt x="804435" y="430887"/>
                </a:cubicBezTo>
                <a:cubicBezTo>
                  <a:pt x="659853" y="470725"/>
                  <a:pt x="474380" y="401895"/>
                  <a:pt x="383842" y="430887"/>
                </a:cubicBezTo>
                <a:cubicBezTo>
                  <a:pt x="293304" y="459879"/>
                  <a:pt x="189682" y="396041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100%</a:t>
            </a:r>
          </a:p>
        </p:txBody>
      </p:sp>
      <p:sp>
        <p:nvSpPr>
          <p:cNvPr id="68" name="Arrow: Curved Right 67">
            <a:extLst>
              <a:ext uri="{FF2B5EF4-FFF2-40B4-BE49-F238E27FC236}">
                <a16:creationId xmlns:a16="http://schemas.microsoft.com/office/drawing/2014/main" id="{0193C339-DCFB-4A84-9EEC-881B13841E74}"/>
              </a:ext>
            </a:extLst>
          </p:cNvPr>
          <p:cNvSpPr/>
          <p:nvPr/>
        </p:nvSpPr>
        <p:spPr>
          <a:xfrm>
            <a:off x="1024684" y="5896771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9" name="Arrow: Curved Right 68">
            <a:extLst>
              <a:ext uri="{FF2B5EF4-FFF2-40B4-BE49-F238E27FC236}">
                <a16:creationId xmlns:a16="http://schemas.microsoft.com/office/drawing/2014/main" id="{E991A8A9-B4D4-44DB-B210-BE2072E0DA97}"/>
              </a:ext>
            </a:extLst>
          </p:cNvPr>
          <p:cNvSpPr/>
          <p:nvPr/>
        </p:nvSpPr>
        <p:spPr>
          <a:xfrm flipH="1">
            <a:off x="3367958" y="5843854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DE00BDE-ABAB-48D4-9C8D-06B57EF248B1}"/>
                  </a:ext>
                </a:extLst>
              </p:cNvPr>
              <p:cNvSpPr txBox="1"/>
              <p:nvPr/>
            </p:nvSpPr>
            <p:spPr>
              <a:xfrm>
                <a:off x="3136926" y="5967458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100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DE00BDE-ABAB-48D4-9C8D-06B57EF24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26" y="5967458"/>
                <a:ext cx="68967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Box 70">
            <a:extLst>
              <a:ext uri="{FF2B5EF4-FFF2-40B4-BE49-F238E27FC236}">
                <a16:creationId xmlns:a16="http://schemas.microsoft.com/office/drawing/2014/main" id="{159AA3A3-0ED6-4900-9012-4978E06D7920}"/>
              </a:ext>
            </a:extLst>
          </p:cNvPr>
          <p:cNvSpPr txBox="1"/>
          <p:nvPr/>
        </p:nvSpPr>
        <p:spPr>
          <a:xfrm>
            <a:off x="1052396" y="6012422"/>
            <a:ext cx="689677" cy="369332"/>
          </a:xfrm>
          <a:custGeom>
            <a:avLst/>
            <a:gdLst>
              <a:gd name="csX0" fmla="*/ 0 w 689677"/>
              <a:gd name="csY0" fmla="*/ 0 h 369332"/>
              <a:gd name="csX1" fmla="*/ 344839 w 689677"/>
              <a:gd name="csY1" fmla="*/ 0 h 369332"/>
              <a:gd name="csX2" fmla="*/ 689677 w 689677"/>
              <a:gd name="csY2" fmla="*/ 0 h 369332"/>
              <a:gd name="csX3" fmla="*/ 689677 w 689677"/>
              <a:gd name="csY3" fmla="*/ 369332 h 369332"/>
              <a:gd name="csX4" fmla="*/ 351735 w 689677"/>
              <a:gd name="csY4" fmla="*/ 369332 h 369332"/>
              <a:gd name="csX5" fmla="*/ 0 w 689677"/>
              <a:gd name="csY5" fmla="*/ 369332 h 369332"/>
              <a:gd name="csX6" fmla="*/ 0 w 689677"/>
              <a:gd name="csY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9677" h="369332" extrusionOk="0">
                <a:moveTo>
                  <a:pt x="0" y="0"/>
                </a:moveTo>
                <a:cubicBezTo>
                  <a:pt x="166879" y="-28672"/>
                  <a:pt x="243086" y="394"/>
                  <a:pt x="344839" y="0"/>
                </a:cubicBezTo>
                <a:cubicBezTo>
                  <a:pt x="446592" y="-394"/>
                  <a:pt x="620492" y="13496"/>
                  <a:pt x="689677" y="0"/>
                </a:cubicBezTo>
                <a:cubicBezTo>
                  <a:pt x="723609" y="128799"/>
                  <a:pt x="678768" y="256626"/>
                  <a:pt x="689677" y="369332"/>
                </a:cubicBezTo>
                <a:cubicBezTo>
                  <a:pt x="607482" y="391873"/>
                  <a:pt x="463972" y="360151"/>
                  <a:pt x="351735" y="369332"/>
                </a:cubicBezTo>
                <a:cubicBezTo>
                  <a:pt x="239498" y="378513"/>
                  <a:pt x="109075" y="359110"/>
                  <a:pt x="0" y="369332"/>
                </a:cubicBezTo>
                <a:cubicBezTo>
                  <a:pt x="-39520" y="230137"/>
                  <a:pt x="14780" y="8282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x100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7F181F2-B496-4DA2-B2D8-C97E516C9318}"/>
              </a:ext>
            </a:extLst>
          </p:cNvPr>
          <p:cNvSpPr txBox="1"/>
          <p:nvPr/>
        </p:nvSpPr>
        <p:spPr>
          <a:xfrm>
            <a:off x="1486322" y="6330271"/>
            <a:ext cx="914441" cy="430887"/>
          </a:xfrm>
          <a:custGeom>
            <a:avLst/>
            <a:gdLst>
              <a:gd name="csX0" fmla="*/ 0 w 914441"/>
              <a:gd name="csY0" fmla="*/ 0 h 430887"/>
              <a:gd name="csX1" fmla="*/ 457221 w 914441"/>
              <a:gd name="csY1" fmla="*/ 0 h 430887"/>
              <a:gd name="csX2" fmla="*/ 914441 w 914441"/>
              <a:gd name="csY2" fmla="*/ 0 h 430887"/>
              <a:gd name="csX3" fmla="*/ 914441 w 914441"/>
              <a:gd name="csY3" fmla="*/ 430887 h 430887"/>
              <a:gd name="csX4" fmla="*/ 466365 w 914441"/>
              <a:gd name="csY4" fmla="*/ 430887 h 430887"/>
              <a:gd name="csX5" fmla="*/ 0 w 914441"/>
              <a:gd name="csY5" fmla="*/ 430887 h 430887"/>
              <a:gd name="csX6" fmla="*/ 0 w 914441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14441" h="430887" extrusionOk="0">
                <a:moveTo>
                  <a:pt x="0" y="0"/>
                </a:moveTo>
                <a:cubicBezTo>
                  <a:pt x="211176" y="-23755"/>
                  <a:pt x="310831" y="6928"/>
                  <a:pt x="457221" y="0"/>
                </a:cubicBezTo>
                <a:cubicBezTo>
                  <a:pt x="603611" y="-6928"/>
                  <a:pt x="776288" y="4165"/>
                  <a:pt x="914441" y="0"/>
                </a:cubicBezTo>
                <a:cubicBezTo>
                  <a:pt x="932211" y="184179"/>
                  <a:pt x="910611" y="253949"/>
                  <a:pt x="914441" y="430887"/>
                </a:cubicBezTo>
                <a:cubicBezTo>
                  <a:pt x="708881" y="455700"/>
                  <a:pt x="657881" y="413926"/>
                  <a:pt x="466365" y="430887"/>
                </a:cubicBezTo>
                <a:cubicBezTo>
                  <a:pt x="274849" y="447848"/>
                  <a:pt x="186820" y="384460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£50</a:t>
            </a:r>
          </a:p>
        </p:txBody>
      </p:sp>
      <p:pic>
        <p:nvPicPr>
          <p:cNvPr id="11276" name="Picture 12" descr="Dress Shirt Clipart Sweatshirt - Jumper Clipart | Full Size PNG Download |  SeekPNG">
            <a:extLst>
              <a:ext uri="{FF2B5EF4-FFF2-40B4-BE49-F238E27FC236}">
                <a16:creationId xmlns:a16="http://schemas.microsoft.com/office/drawing/2014/main" id="{FF05DF10-4D8D-4751-A2C1-0613D55F8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7798" y="4780944"/>
            <a:ext cx="1719722" cy="128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63216D90-02B9-46ED-B3A7-2F9521D6074B}"/>
              </a:ext>
            </a:extLst>
          </p:cNvPr>
          <p:cNvSpPr txBox="1"/>
          <p:nvPr/>
        </p:nvSpPr>
        <p:spPr>
          <a:xfrm>
            <a:off x="5912455" y="4603710"/>
            <a:ext cx="2247383" cy="430887"/>
          </a:xfrm>
          <a:custGeom>
            <a:avLst/>
            <a:gdLst>
              <a:gd name="csX0" fmla="*/ 0 w 2247383"/>
              <a:gd name="csY0" fmla="*/ 0 h 430887"/>
              <a:gd name="csX1" fmla="*/ 561846 w 2247383"/>
              <a:gd name="csY1" fmla="*/ 0 h 430887"/>
              <a:gd name="csX2" fmla="*/ 1168639 w 2247383"/>
              <a:gd name="csY2" fmla="*/ 0 h 430887"/>
              <a:gd name="csX3" fmla="*/ 2247383 w 2247383"/>
              <a:gd name="csY3" fmla="*/ 0 h 430887"/>
              <a:gd name="csX4" fmla="*/ 2247383 w 2247383"/>
              <a:gd name="csY4" fmla="*/ 430887 h 430887"/>
              <a:gd name="csX5" fmla="*/ 1663063 w 2247383"/>
              <a:gd name="csY5" fmla="*/ 430887 h 430887"/>
              <a:gd name="csX6" fmla="*/ 1078744 w 2247383"/>
              <a:gd name="csY6" fmla="*/ 430887 h 430887"/>
              <a:gd name="csX7" fmla="*/ 539372 w 2247383"/>
              <a:gd name="csY7" fmla="*/ 430887 h 430887"/>
              <a:gd name="csX8" fmla="*/ 0 w 2247383"/>
              <a:gd name="csY8" fmla="*/ 430887 h 430887"/>
              <a:gd name="csX9" fmla="*/ 0 w 2247383"/>
              <a:gd name="csY9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247383" h="430887" extrusionOk="0">
                <a:moveTo>
                  <a:pt x="0" y="0"/>
                </a:moveTo>
                <a:cubicBezTo>
                  <a:pt x="113387" y="-45804"/>
                  <a:pt x="340069" y="66263"/>
                  <a:pt x="561846" y="0"/>
                </a:cubicBezTo>
                <a:cubicBezTo>
                  <a:pt x="783623" y="-66263"/>
                  <a:pt x="909745" y="30417"/>
                  <a:pt x="1168639" y="0"/>
                </a:cubicBezTo>
                <a:cubicBezTo>
                  <a:pt x="1427533" y="-30417"/>
                  <a:pt x="1877051" y="105321"/>
                  <a:pt x="2247383" y="0"/>
                </a:cubicBezTo>
                <a:cubicBezTo>
                  <a:pt x="2279279" y="190346"/>
                  <a:pt x="2207391" y="269684"/>
                  <a:pt x="2247383" y="430887"/>
                </a:cubicBezTo>
                <a:cubicBezTo>
                  <a:pt x="1955671" y="487438"/>
                  <a:pt x="1917479" y="377323"/>
                  <a:pt x="1663063" y="430887"/>
                </a:cubicBezTo>
                <a:cubicBezTo>
                  <a:pt x="1408647" y="484451"/>
                  <a:pt x="1347141" y="399697"/>
                  <a:pt x="1078744" y="430887"/>
                </a:cubicBezTo>
                <a:cubicBezTo>
                  <a:pt x="810347" y="462077"/>
                  <a:pt x="689879" y="422605"/>
                  <a:pt x="539372" y="430887"/>
                </a:cubicBezTo>
                <a:cubicBezTo>
                  <a:pt x="388865" y="439169"/>
                  <a:pt x="268558" y="425504"/>
                  <a:pt x="0" y="430887"/>
                </a:cubicBezTo>
                <a:cubicBezTo>
                  <a:pt x="-44847" y="333237"/>
                  <a:pt x="9929" y="105062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Original = 100%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C51B1ED-72FE-4333-8312-4A0C01A004B3}"/>
              </a:ext>
            </a:extLst>
          </p:cNvPr>
          <p:cNvSpPr txBox="1"/>
          <p:nvPr/>
        </p:nvSpPr>
        <p:spPr>
          <a:xfrm>
            <a:off x="8159723" y="4587488"/>
            <a:ext cx="1716280" cy="430887"/>
          </a:xfrm>
          <a:custGeom>
            <a:avLst/>
            <a:gdLst>
              <a:gd name="csX0" fmla="*/ 0 w 1716280"/>
              <a:gd name="csY0" fmla="*/ 0 h 430887"/>
              <a:gd name="csX1" fmla="*/ 572093 w 1716280"/>
              <a:gd name="csY1" fmla="*/ 0 h 430887"/>
              <a:gd name="csX2" fmla="*/ 1178512 w 1716280"/>
              <a:gd name="csY2" fmla="*/ 0 h 430887"/>
              <a:gd name="csX3" fmla="*/ 1716280 w 1716280"/>
              <a:gd name="csY3" fmla="*/ 0 h 430887"/>
              <a:gd name="csX4" fmla="*/ 1716280 w 1716280"/>
              <a:gd name="csY4" fmla="*/ 430887 h 430887"/>
              <a:gd name="csX5" fmla="*/ 1127024 w 1716280"/>
              <a:gd name="csY5" fmla="*/ 430887 h 430887"/>
              <a:gd name="csX6" fmla="*/ 537768 w 1716280"/>
              <a:gd name="csY6" fmla="*/ 430887 h 430887"/>
              <a:gd name="csX7" fmla="*/ 0 w 1716280"/>
              <a:gd name="csY7" fmla="*/ 430887 h 430887"/>
              <a:gd name="csX8" fmla="*/ 0 w 1716280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16280" h="430887" extrusionOk="0">
                <a:moveTo>
                  <a:pt x="0" y="0"/>
                </a:moveTo>
                <a:cubicBezTo>
                  <a:pt x="157552" y="-17020"/>
                  <a:pt x="306210" y="40317"/>
                  <a:pt x="572093" y="0"/>
                </a:cubicBezTo>
                <a:cubicBezTo>
                  <a:pt x="837976" y="-40317"/>
                  <a:pt x="959406" y="35441"/>
                  <a:pt x="1178512" y="0"/>
                </a:cubicBezTo>
                <a:cubicBezTo>
                  <a:pt x="1397618" y="-35441"/>
                  <a:pt x="1578475" y="22090"/>
                  <a:pt x="1716280" y="0"/>
                </a:cubicBezTo>
                <a:cubicBezTo>
                  <a:pt x="1748176" y="190346"/>
                  <a:pt x="1676288" y="269684"/>
                  <a:pt x="1716280" y="430887"/>
                </a:cubicBezTo>
                <a:cubicBezTo>
                  <a:pt x="1527895" y="449477"/>
                  <a:pt x="1296987" y="429571"/>
                  <a:pt x="1127024" y="430887"/>
                </a:cubicBezTo>
                <a:cubicBezTo>
                  <a:pt x="957061" y="432203"/>
                  <a:pt x="658743" y="365885"/>
                  <a:pt x="537768" y="430887"/>
                </a:cubicBezTo>
                <a:cubicBezTo>
                  <a:pt x="416793" y="495889"/>
                  <a:pt x="121876" y="409710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Sale = 60%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2B5327-0D12-47B6-94FB-877B117F841E}"/>
              </a:ext>
            </a:extLst>
          </p:cNvPr>
          <p:cNvSpPr txBox="1"/>
          <p:nvPr/>
        </p:nvSpPr>
        <p:spPr>
          <a:xfrm>
            <a:off x="6697229" y="4940759"/>
            <a:ext cx="1760376" cy="430887"/>
          </a:xfrm>
          <a:custGeom>
            <a:avLst/>
            <a:gdLst>
              <a:gd name="csX0" fmla="*/ 0 w 1760376"/>
              <a:gd name="csY0" fmla="*/ 0 h 430887"/>
              <a:gd name="csX1" fmla="*/ 586792 w 1760376"/>
              <a:gd name="csY1" fmla="*/ 0 h 430887"/>
              <a:gd name="csX2" fmla="*/ 1208792 w 1760376"/>
              <a:gd name="csY2" fmla="*/ 0 h 430887"/>
              <a:gd name="csX3" fmla="*/ 1760376 w 1760376"/>
              <a:gd name="csY3" fmla="*/ 0 h 430887"/>
              <a:gd name="csX4" fmla="*/ 1760376 w 1760376"/>
              <a:gd name="csY4" fmla="*/ 430887 h 430887"/>
              <a:gd name="csX5" fmla="*/ 1155980 w 1760376"/>
              <a:gd name="csY5" fmla="*/ 430887 h 430887"/>
              <a:gd name="csX6" fmla="*/ 551584 w 1760376"/>
              <a:gd name="csY6" fmla="*/ 430887 h 430887"/>
              <a:gd name="csX7" fmla="*/ 0 w 1760376"/>
              <a:gd name="csY7" fmla="*/ 430887 h 430887"/>
              <a:gd name="csX8" fmla="*/ 0 w 1760376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60376" h="430887" extrusionOk="0">
                <a:moveTo>
                  <a:pt x="0" y="0"/>
                </a:moveTo>
                <a:cubicBezTo>
                  <a:pt x="167950" y="-60923"/>
                  <a:pt x="467791" y="27031"/>
                  <a:pt x="586792" y="0"/>
                </a:cubicBezTo>
                <a:cubicBezTo>
                  <a:pt x="705793" y="-27031"/>
                  <a:pt x="1053114" y="29891"/>
                  <a:pt x="1208792" y="0"/>
                </a:cubicBezTo>
                <a:cubicBezTo>
                  <a:pt x="1364470" y="-29891"/>
                  <a:pt x="1490803" y="43189"/>
                  <a:pt x="1760376" y="0"/>
                </a:cubicBezTo>
                <a:cubicBezTo>
                  <a:pt x="1792272" y="190346"/>
                  <a:pt x="1720384" y="269684"/>
                  <a:pt x="1760376" y="430887"/>
                </a:cubicBezTo>
                <a:cubicBezTo>
                  <a:pt x="1499700" y="487701"/>
                  <a:pt x="1335375" y="419367"/>
                  <a:pt x="1155980" y="430887"/>
                </a:cubicBezTo>
                <a:cubicBezTo>
                  <a:pt x="976585" y="442407"/>
                  <a:pt x="706942" y="412983"/>
                  <a:pt x="551584" y="430887"/>
                </a:cubicBezTo>
                <a:cubicBezTo>
                  <a:pt x="396226" y="448791"/>
                  <a:pt x="154604" y="367417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£39 = 60%</a:t>
            </a:r>
          </a:p>
        </p:txBody>
      </p:sp>
      <p:sp>
        <p:nvSpPr>
          <p:cNvPr id="91" name="Arrow: Curved Right 90">
            <a:extLst>
              <a:ext uri="{FF2B5EF4-FFF2-40B4-BE49-F238E27FC236}">
                <a16:creationId xmlns:a16="http://schemas.microsoft.com/office/drawing/2014/main" id="{48AF5F17-A6C9-473A-963A-E64E0D51B8C5}"/>
              </a:ext>
            </a:extLst>
          </p:cNvPr>
          <p:cNvSpPr/>
          <p:nvPr/>
        </p:nvSpPr>
        <p:spPr>
          <a:xfrm>
            <a:off x="6071118" y="5138199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2" name="Arrow: Curved Right 91">
            <a:extLst>
              <a:ext uri="{FF2B5EF4-FFF2-40B4-BE49-F238E27FC236}">
                <a16:creationId xmlns:a16="http://schemas.microsoft.com/office/drawing/2014/main" id="{6592E1A4-A62E-4C32-85D8-72A3CF76F946}"/>
              </a:ext>
            </a:extLst>
          </p:cNvPr>
          <p:cNvSpPr/>
          <p:nvPr/>
        </p:nvSpPr>
        <p:spPr>
          <a:xfrm flipH="1">
            <a:off x="8414392" y="5085282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9525B0D-E545-41F9-9D7F-32E288A3E4A8}"/>
                  </a:ext>
                </a:extLst>
              </p:cNvPr>
              <p:cNvSpPr txBox="1"/>
              <p:nvPr/>
            </p:nvSpPr>
            <p:spPr>
              <a:xfrm>
                <a:off x="8183360" y="5208886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88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9525B0D-E545-41F9-9D7F-32E288A3E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360" y="5208886"/>
                <a:ext cx="689677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D05F5C7-1017-4D56-80D1-10A4A7F1FB17}"/>
                  </a:ext>
                </a:extLst>
              </p:cNvPr>
              <p:cNvSpPr txBox="1"/>
              <p:nvPr/>
            </p:nvSpPr>
            <p:spPr>
              <a:xfrm>
                <a:off x="6098830" y="5253850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88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D05F5C7-1017-4D56-80D1-10A4A7F1F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830" y="5253850"/>
                <a:ext cx="689677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TextBox 94">
            <a:extLst>
              <a:ext uri="{FF2B5EF4-FFF2-40B4-BE49-F238E27FC236}">
                <a16:creationId xmlns:a16="http://schemas.microsoft.com/office/drawing/2014/main" id="{E97D096D-A659-447C-99E0-54E02C4887E4}"/>
              </a:ext>
            </a:extLst>
          </p:cNvPr>
          <p:cNvSpPr txBox="1"/>
          <p:nvPr/>
        </p:nvSpPr>
        <p:spPr>
          <a:xfrm>
            <a:off x="7461330" y="5600478"/>
            <a:ext cx="880188" cy="430887"/>
          </a:xfrm>
          <a:custGeom>
            <a:avLst/>
            <a:gdLst>
              <a:gd name="csX0" fmla="*/ 0 w 880188"/>
              <a:gd name="csY0" fmla="*/ 0 h 430887"/>
              <a:gd name="csX1" fmla="*/ 440094 w 880188"/>
              <a:gd name="csY1" fmla="*/ 0 h 430887"/>
              <a:gd name="csX2" fmla="*/ 880188 w 880188"/>
              <a:gd name="csY2" fmla="*/ 0 h 430887"/>
              <a:gd name="csX3" fmla="*/ 880188 w 880188"/>
              <a:gd name="csY3" fmla="*/ 430887 h 430887"/>
              <a:gd name="csX4" fmla="*/ 448896 w 880188"/>
              <a:gd name="csY4" fmla="*/ 430887 h 430887"/>
              <a:gd name="csX5" fmla="*/ 0 w 880188"/>
              <a:gd name="csY5" fmla="*/ 430887 h 430887"/>
              <a:gd name="csX6" fmla="*/ 0 w 880188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0188" h="430887" extrusionOk="0">
                <a:moveTo>
                  <a:pt x="0" y="0"/>
                </a:moveTo>
                <a:cubicBezTo>
                  <a:pt x="93732" y="-43319"/>
                  <a:pt x="348147" y="44634"/>
                  <a:pt x="440094" y="0"/>
                </a:cubicBezTo>
                <a:cubicBezTo>
                  <a:pt x="532041" y="-44634"/>
                  <a:pt x="732319" y="36988"/>
                  <a:pt x="880188" y="0"/>
                </a:cubicBezTo>
                <a:cubicBezTo>
                  <a:pt x="897958" y="184179"/>
                  <a:pt x="876358" y="253949"/>
                  <a:pt x="880188" y="430887"/>
                </a:cubicBezTo>
                <a:cubicBezTo>
                  <a:pt x="743743" y="469459"/>
                  <a:pt x="656127" y="408672"/>
                  <a:pt x="448896" y="430887"/>
                </a:cubicBezTo>
                <a:cubicBezTo>
                  <a:pt x="241665" y="453102"/>
                  <a:pt x="118029" y="421437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1%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41988D1-B1A0-4A11-BE97-FCE08B75D729}"/>
              </a:ext>
            </a:extLst>
          </p:cNvPr>
          <p:cNvSpPr txBox="1"/>
          <p:nvPr/>
        </p:nvSpPr>
        <p:spPr>
          <a:xfrm>
            <a:off x="6696797" y="5600477"/>
            <a:ext cx="914441" cy="430887"/>
          </a:xfrm>
          <a:custGeom>
            <a:avLst/>
            <a:gdLst>
              <a:gd name="csX0" fmla="*/ 0 w 914441"/>
              <a:gd name="csY0" fmla="*/ 0 h 430887"/>
              <a:gd name="csX1" fmla="*/ 457221 w 914441"/>
              <a:gd name="csY1" fmla="*/ 0 h 430887"/>
              <a:gd name="csX2" fmla="*/ 914441 w 914441"/>
              <a:gd name="csY2" fmla="*/ 0 h 430887"/>
              <a:gd name="csX3" fmla="*/ 914441 w 914441"/>
              <a:gd name="csY3" fmla="*/ 430887 h 430887"/>
              <a:gd name="csX4" fmla="*/ 466365 w 914441"/>
              <a:gd name="csY4" fmla="*/ 430887 h 430887"/>
              <a:gd name="csX5" fmla="*/ 0 w 914441"/>
              <a:gd name="csY5" fmla="*/ 430887 h 430887"/>
              <a:gd name="csX6" fmla="*/ 0 w 914441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14441" h="430887" extrusionOk="0">
                <a:moveTo>
                  <a:pt x="0" y="0"/>
                </a:moveTo>
                <a:cubicBezTo>
                  <a:pt x="211176" y="-23755"/>
                  <a:pt x="310831" y="6928"/>
                  <a:pt x="457221" y="0"/>
                </a:cubicBezTo>
                <a:cubicBezTo>
                  <a:pt x="603611" y="-6928"/>
                  <a:pt x="776288" y="4165"/>
                  <a:pt x="914441" y="0"/>
                </a:cubicBezTo>
                <a:cubicBezTo>
                  <a:pt x="932211" y="184179"/>
                  <a:pt x="910611" y="253949"/>
                  <a:pt x="914441" y="430887"/>
                </a:cubicBezTo>
                <a:cubicBezTo>
                  <a:pt x="708881" y="455700"/>
                  <a:pt x="657881" y="413926"/>
                  <a:pt x="466365" y="430887"/>
                </a:cubicBezTo>
                <a:cubicBezTo>
                  <a:pt x="274849" y="447848"/>
                  <a:pt x="186820" y="384460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£0.65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573A546-349A-43CF-BF46-4E9F625B10A2}"/>
              </a:ext>
            </a:extLst>
          </p:cNvPr>
          <p:cNvSpPr txBox="1"/>
          <p:nvPr/>
        </p:nvSpPr>
        <p:spPr>
          <a:xfrm>
            <a:off x="7345726" y="6355297"/>
            <a:ext cx="1225028" cy="430887"/>
          </a:xfrm>
          <a:custGeom>
            <a:avLst/>
            <a:gdLst>
              <a:gd name="csX0" fmla="*/ 0 w 1225028"/>
              <a:gd name="csY0" fmla="*/ 0 h 430887"/>
              <a:gd name="csX1" fmla="*/ 408343 w 1225028"/>
              <a:gd name="csY1" fmla="*/ 0 h 430887"/>
              <a:gd name="csX2" fmla="*/ 841186 w 1225028"/>
              <a:gd name="csY2" fmla="*/ 0 h 430887"/>
              <a:gd name="csX3" fmla="*/ 1225028 w 1225028"/>
              <a:gd name="csY3" fmla="*/ 0 h 430887"/>
              <a:gd name="csX4" fmla="*/ 1225028 w 1225028"/>
              <a:gd name="csY4" fmla="*/ 430887 h 430887"/>
              <a:gd name="csX5" fmla="*/ 804435 w 1225028"/>
              <a:gd name="csY5" fmla="*/ 430887 h 430887"/>
              <a:gd name="csX6" fmla="*/ 383842 w 1225028"/>
              <a:gd name="csY6" fmla="*/ 430887 h 430887"/>
              <a:gd name="csX7" fmla="*/ 0 w 1225028"/>
              <a:gd name="csY7" fmla="*/ 430887 h 430887"/>
              <a:gd name="csX8" fmla="*/ 0 w 1225028"/>
              <a:gd name="csY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25028" h="430887" extrusionOk="0">
                <a:moveTo>
                  <a:pt x="0" y="0"/>
                </a:moveTo>
                <a:cubicBezTo>
                  <a:pt x="111746" y="-16940"/>
                  <a:pt x="283716" y="22577"/>
                  <a:pt x="408343" y="0"/>
                </a:cubicBezTo>
                <a:cubicBezTo>
                  <a:pt x="532970" y="-22577"/>
                  <a:pt x="723754" y="26601"/>
                  <a:pt x="841186" y="0"/>
                </a:cubicBezTo>
                <a:cubicBezTo>
                  <a:pt x="958618" y="-26601"/>
                  <a:pt x="1121364" y="12981"/>
                  <a:pt x="1225028" y="0"/>
                </a:cubicBezTo>
                <a:cubicBezTo>
                  <a:pt x="1256924" y="190346"/>
                  <a:pt x="1185036" y="269684"/>
                  <a:pt x="1225028" y="430887"/>
                </a:cubicBezTo>
                <a:cubicBezTo>
                  <a:pt x="1136217" y="465078"/>
                  <a:pt x="949017" y="391049"/>
                  <a:pt x="804435" y="430887"/>
                </a:cubicBezTo>
                <a:cubicBezTo>
                  <a:pt x="659853" y="470725"/>
                  <a:pt x="474380" y="401895"/>
                  <a:pt x="383842" y="430887"/>
                </a:cubicBezTo>
                <a:cubicBezTo>
                  <a:pt x="293304" y="459879"/>
                  <a:pt x="189682" y="396041"/>
                  <a:pt x="0" y="430887"/>
                </a:cubicBezTo>
                <a:cubicBezTo>
                  <a:pt x="-37665" y="328951"/>
                  <a:pt x="23280" y="13362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= 100%</a:t>
            </a:r>
          </a:p>
        </p:txBody>
      </p:sp>
      <p:sp>
        <p:nvSpPr>
          <p:cNvPr id="98" name="Arrow: Curved Right 97">
            <a:extLst>
              <a:ext uri="{FF2B5EF4-FFF2-40B4-BE49-F238E27FC236}">
                <a16:creationId xmlns:a16="http://schemas.microsoft.com/office/drawing/2014/main" id="{0EF73053-46B8-4913-A87E-1B2C37B4140E}"/>
              </a:ext>
            </a:extLst>
          </p:cNvPr>
          <p:cNvSpPr/>
          <p:nvPr/>
        </p:nvSpPr>
        <p:spPr>
          <a:xfrm>
            <a:off x="6071118" y="5928234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9" name="Arrow: Curved Right 98">
            <a:extLst>
              <a:ext uri="{FF2B5EF4-FFF2-40B4-BE49-F238E27FC236}">
                <a16:creationId xmlns:a16="http://schemas.microsoft.com/office/drawing/2014/main" id="{C4C7E693-3721-401C-B550-DC45E9359784}"/>
              </a:ext>
            </a:extLst>
          </p:cNvPr>
          <p:cNvSpPr/>
          <p:nvPr/>
        </p:nvSpPr>
        <p:spPr>
          <a:xfrm flipH="1">
            <a:off x="8414392" y="5875317"/>
            <a:ext cx="465238" cy="737118"/>
          </a:xfrm>
          <a:prstGeom prst="curvedRightArrow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CF1F55A-B3FE-4453-B771-5BF97084B7C7}"/>
                  </a:ext>
                </a:extLst>
              </p:cNvPr>
              <p:cNvSpPr txBox="1"/>
              <p:nvPr/>
            </p:nvSpPr>
            <p:spPr>
              <a:xfrm>
                <a:off x="8183360" y="5998921"/>
                <a:ext cx="689677" cy="369332"/>
              </a:xfrm>
              <a:custGeom>
                <a:avLst/>
                <a:gdLst>
                  <a:gd name="csX0" fmla="*/ 0 w 689677"/>
                  <a:gd name="csY0" fmla="*/ 0 h 369332"/>
                  <a:gd name="csX1" fmla="*/ 344839 w 689677"/>
                  <a:gd name="csY1" fmla="*/ 0 h 369332"/>
                  <a:gd name="csX2" fmla="*/ 689677 w 689677"/>
                  <a:gd name="csY2" fmla="*/ 0 h 369332"/>
                  <a:gd name="csX3" fmla="*/ 689677 w 689677"/>
                  <a:gd name="csY3" fmla="*/ 369332 h 369332"/>
                  <a:gd name="csX4" fmla="*/ 351735 w 689677"/>
                  <a:gd name="csY4" fmla="*/ 369332 h 369332"/>
                  <a:gd name="csX5" fmla="*/ 0 w 689677"/>
                  <a:gd name="csY5" fmla="*/ 369332 h 369332"/>
                  <a:gd name="csX6" fmla="*/ 0 w 689677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89677" h="369332" extrusionOk="0">
                    <a:moveTo>
                      <a:pt x="0" y="0"/>
                    </a:moveTo>
                    <a:cubicBezTo>
                      <a:pt x="166879" y="-28672"/>
                      <a:pt x="243086" y="394"/>
                      <a:pt x="344839" y="0"/>
                    </a:cubicBezTo>
                    <a:cubicBezTo>
                      <a:pt x="446592" y="-394"/>
                      <a:pt x="620492" y="13496"/>
                      <a:pt x="689677" y="0"/>
                    </a:cubicBezTo>
                    <a:cubicBezTo>
                      <a:pt x="723609" y="128799"/>
                      <a:pt x="678768" y="256626"/>
                      <a:pt x="689677" y="369332"/>
                    </a:cubicBezTo>
                    <a:cubicBezTo>
                      <a:pt x="607482" y="391873"/>
                      <a:pt x="463972" y="360151"/>
                      <a:pt x="351735" y="369332"/>
                    </a:cubicBezTo>
                    <a:cubicBezTo>
                      <a:pt x="239498" y="378513"/>
                      <a:pt x="109075" y="359110"/>
                      <a:pt x="0" y="369332"/>
                    </a:cubicBezTo>
                    <a:cubicBezTo>
                      <a:pt x="-39520" y="230137"/>
                      <a:pt x="14780" y="82829"/>
                      <a:pt x="0" y="0"/>
                    </a:cubicBezTo>
                    <a:close/>
                  </a:path>
                </a:pathLst>
              </a:custGeom>
              <a:noFill/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GB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100</m:t>
                      </m:r>
                    </m:oMath>
                  </m:oMathPara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CF1F55A-B3FE-4453-B771-5BF97084B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360" y="5998921"/>
                <a:ext cx="689677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  <a:extLst>
                  <a:ext uri="{C807C97D-BFC1-408E-A445-0C87EB9F89A2}">
                    <ask:lineSketchStyleProps xmlns:ask="http://schemas.microsoft.com/office/drawing/2018/sketchyshapes" sd="1306137069">
                      <a:custGeom>
                        <a:avLst/>
                        <a:gdLst>
                          <a:gd name="connsiteX0" fmla="*/ 0 w 689677"/>
                          <a:gd name="connsiteY0" fmla="*/ 0 h 369332"/>
                          <a:gd name="connsiteX1" fmla="*/ 344839 w 689677"/>
                          <a:gd name="connsiteY1" fmla="*/ 0 h 369332"/>
                          <a:gd name="connsiteX2" fmla="*/ 689677 w 689677"/>
                          <a:gd name="connsiteY2" fmla="*/ 0 h 369332"/>
                          <a:gd name="connsiteX3" fmla="*/ 689677 w 689677"/>
                          <a:gd name="connsiteY3" fmla="*/ 369332 h 369332"/>
                          <a:gd name="connsiteX4" fmla="*/ 351735 w 689677"/>
                          <a:gd name="connsiteY4" fmla="*/ 369332 h 369332"/>
                          <a:gd name="connsiteX5" fmla="*/ 0 w 689677"/>
                          <a:gd name="connsiteY5" fmla="*/ 369332 h 369332"/>
                          <a:gd name="connsiteX6" fmla="*/ 0 w 689677"/>
                          <a:gd name="connsiteY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689677" h="369332" extrusionOk="0">
                            <a:moveTo>
                              <a:pt x="0" y="0"/>
                            </a:moveTo>
                            <a:cubicBezTo>
                              <a:pt x="166879" y="-28672"/>
                              <a:pt x="243086" y="394"/>
                              <a:pt x="344839" y="0"/>
                            </a:cubicBezTo>
                            <a:cubicBezTo>
                              <a:pt x="446592" y="-394"/>
                              <a:pt x="620492" y="13496"/>
                              <a:pt x="689677" y="0"/>
                            </a:cubicBezTo>
                            <a:cubicBezTo>
                              <a:pt x="723609" y="128799"/>
                              <a:pt x="678768" y="256626"/>
                              <a:pt x="689677" y="369332"/>
                            </a:cubicBezTo>
                            <a:cubicBezTo>
                              <a:pt x="607482" y="391873"/>
                              <a:pt x="463972" y="360151"/>
                              <a:pt x="351735" y="369332"/>
                            </a:cubicBezTo>
                            <a:cubicBezTo>
                              <a:pt x="239498" y="378513"/>
                              <a:pt x="109075" y="359110"/>
                              <a:pt x="0" y="369332"/>
                            </a:cubicBezTo>
                            <a:cubicBezTo>
                              <a:pt x="-39520" y="230137"/>
                              <a:pt x="14780" y="8282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407DF2F6-4344-4A80-8A01-2CC53CCE1EFD}"/>
              </a:ext>
            </a:extLst>
          </p:cNvPr>
          <p:cNvSpPr txBox="1"/>
          <p:nvPr/>
        </p:nvSpPr>
        <p:spPr>
          <a:xfrm>
            <a:off x="6098830" y="6043885"/>
            <a:ext cx="689677" cy="369332"/>
          </a:xfrm>
          <a:custGeom>
            <a:avLst/>
            <a:gdLst>
              <a:gd name="csX0" fmla="*/ 0 w 689677"/>
              <a:gd name="csY0" fmla="*/ 0 h 369332"/>
              <a:gd name="csX1" fmla="*/ 344839 w 689677"/>
              <a:gd name="csY1" fmla="*/ 0 h 369332"/>
              <a:gd name="csX2" fmla="*/ 689677 w 689677"/>
              <a:gd name="csY2" fmla="*/ 0 h 369332"/>
              <a:gd name="csX3" fmla="*/ 689677 w 689677"/>
              <a:gd name="csY3" fmla="*/ 369332 h 369332"/>
              <a:gd name="csX4" fmla="*/ 351735 w 689677"/>
              <a:gd name="csY4" fmla="*/ 369332 h 369332"/>
              <a:gd name="csX5" fmla="*/ 0 w 689677"/>
              <a:gd name="csY5" fmla="*/ 369332 h 369332"/>
              <a:gd name="csX6" fmla="*/ 0 w 689677"/>
              <a:gd name="csY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9677" h="369332" extrusionOk="0">
                <a:moveTo>
                  <a:pt x="0" y="0"/>
                </a:moveTo>
                <a:cubicBezTo>
                  <a:pt x="166879" y="-28672"/>
                  <a:pt x="243086" y="394"/>
                  <a:pt x="344839" y="0"/>
                </a:cubicBezTo>
                <a:cubicBezTo>
                  <a:pt x="446592" y="-394"/>
                  <a:pt x="620492" y="13496"/>
                  <a:pt x="689677" y="0"/>
                </a:cubicBezTo>
                <a:cubicBezTo>
                  <a:pt x="723609" y="128799"/>
                  <a:pt x="678768" y="256626"/>
                  <a:pt x="689677" y="369332"/>
                </a:cubicBezTo>
                <a:cubicBezTo>
                  <a:pt x="607482" y="391873"/>
                  <a:pt x="463972" y="360151"/>
                  <a:pt x="351735" y="369332"/>
                </a:cubicBezTo>
                <a:cubicBezTo>
                  <a:pt x="239498" y="378513"/>
                  <a:pt x="109075" y="359110"/>
                  <a:pt x="0" y="369332"/>
                </a:cubicBezTo>
                <a:cubicBezTo>
                  <a:pt x="-39520" y="230137"/>
                  <a:pt x="14780" y="8282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x100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A2CF7F7-2C6F-49F0-B457-C9BBA7A6328B}"/>
              </a:ext>
            </a:extLst>
          </p:cNvPr>
          <p:cNvSpPr txBox="1"/>
          <p:nvPr/>
        </p:nvSpPr>
        <p:spPr>
          <a:xfrm>
            <a:off x="6532756" y="6361734"/>
            <a:ext cx="914441" cy="430887"/>
          </a:xfrm>
          <a:custGeom>
            <a:avLst/>
            <a:gdLst>
              <a:gd name="csX0" fmla="*/ 0 w 914441"/>
              <a:gd name="csY0" fmla="*/ 0 h 430887"/>
              <a:gd name="csX1" fmla="*/ 457221 w 914441"/>
              <a:gd name="csY1" fmla="*/ 0 h 430887"/>
              <a:gd name="csX2" fmla="*/ 914441 w 914441"/>
              <a:gd name="csY2" fmla="*/ 0 h 430887"/>
              <a:gd name="csX3" fmla="*/ 914441 w 914441"/>
              <a:gd name="csY3" fmla="*/ 430887 h 430887"/>
              <a:gd name="csX4" fmla="*/ 466365 w 914441"/>
              <a:gd name="csY4" fmla="*/ 430887 h 430887"/>
              <a:gd name="csX5" fmla="*/ 0 w 914441"/>
              <a:gd name="csY5" fmla="*/ 430887 h 430887"/>
              <a:gd name="csX6" fmla="*/ 0 w 914441"/>
              <a:gd name="csY6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14441" h="430887" extrusionOk="0">
                <a:moveTo>
                  <a:pt x="0" y="0"/>
                </a:moveTo>
                <a:cubicBezTo>
                  <a:pt x="211176" y="-23755"/>
                  <a:pt x="310831" y="6928"/>
                  <a:pt x="457221" y="0"/>
                </a:cubicBezTo>
                <a:cubicBezTo>
                  <a:pt x="603611" y="-6928"/>
                  <a:pt x="776288" y="4165"/>
                  <a:pt x="914441" y="0"/>
                </a:cubicBezTo>
                <a:cubicBezTo>
                  <a:pt x="932211" y="184179"/>
                  <a:pt x="910611" y="253949"/>
                  <a:pt x="914441" y="430887"/>
                </a:cubicBezTo>
                <a:cubicBezTo>
                  <a:pt x="708881" y="455700"/>
                  <a:pt x="657881" y="413926"/>
                  <a:pt x="466365" y="430887"/>
                </a:cubicBezTo>
                <a:cubicBezTo>
                  <a:pt x="274849" y="447848"/>
                  <a:pt x="186820" y="384460"/>
                  <a:pt x="0" y="430887"/>
                </a:cubicBezTo>
                <a:cubicBezTo>
                  <a:pt x="-30130" y="260562"/>
                  <a:pt x="40095" y="1232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3061370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£65</a:t>
            </a:r>
          </a:p>
        </p:txBody>
      </p:sp>
      <p:pic>
        <p:nvPicPr>
          <p:cNvPr id="103" name="Picture 4" descr="Free Calculator Cliparts, Download Free Clip Art, Free Clip Art on Clipart  Library">
            <a:extLst>
              <a:ext uri="{FF2B5EF4-FFF2-40B4-BE49-F238E27FC236}">
                <a16:creationId xmlns:a16="http://schemas.microsoft.com/office/drawing/2014/main" id="{CCF81EAA-27D4-4897-828E-F8A07C59C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933" y="44273"/>
            <a:ext cx="479386" cy="54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4" descr="Free Calculator Cliparts, Download Free Clip Art, Free Clip Art on Clipart  Library">
            <a:extLst>
              <a:ext uri="{FF2B5EF4-FFF2-40B4-BE49-F238E27FC236}">
                <a16:creationId xmlns:a16="http://schemas.microsoft.com/office/drawing/2014/main" id="{00D8759D-E03A-4C53-9538-98797649E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7805" y="23099"/>
            <a:ext cx="479386" cy="54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4" descr="Free Calculator Cliparts, Download Free Clip Art, Free Clip Art on Clipart  Library">
            <a:extLst>
              <a:ext uri="{FF2B5EF4-FFF2-40B4-BE49-F238E27FC236}">
                <a16:creationId xmlns:a16="http://schemas.microsoft.com/office/drawing/2014/main" id="{5345E860-F91E-41F5-A385-560FCB194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009" y="3372763"/>
            <a:ext cx="479386" cy="54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4" descr="Free Calculator Cliparts, Download Free Clip Art, Free Clip Art on Clipart  Library">
            <a:extLst>
              <a:ext uri="{FF2B5EF4-FFF2-40B4-BE49-F238E27FC236}">
                <a16:creationId xmlns:a16="http://schemas.microsoft.com/office/drawing/2014/main" id="{693546B2-D40E-4C7F-9F35-67FF3D261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3895" y="3386765"/>
            <a:ext cx="479386" cy="54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44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 animBg="1"/>
      <p:bldP spid="35" grpId="0" animBg="1"/>
      <p:bldP spid="36" grpId="0"/>
      <p:bldP spid="37" grpId="0"/>
      <p:bldP spid="38" grpId="0"/>
      <p:bldP spid="58" grpId="0"/>
      <p:bldP spid="59" grpId="0"/>
      <p:bldP spid="60" grpId="0"/>
      <p:bldP spid="61" grpId="0" animBg="1"/>
      <p:bldP spid="62" grpId="0" animBg="1"/>
      <p:bldP spid="63" grpId="0"/>
      <p:bldP spid="64" grpId="0"/>
      <p:bldP spid="65" grpId="0"/>
      <p:bldP spid="66" grpId="0"/>
      <p:bldP spid="67" grpId="0"/>
      <p:bldP spid="68" grpId="0" animBg="1"/>
      <p:bldP spid="69" grpId="0" animBg="1"/>
      <p:bldP spid="70" grpId="0"/>
      <p:bldP spid="71" grpId="0"/>
      <p:bldP spid="72" grpId="0"/>
      <p:bldP spid="88" grpId="0"/>
      <p:bldP spid="89" grpId="0"/>
      <p:bldP spid="90" grpId="0"/>
      <p:bldP spid="91" grpId="0" animBg="1"/>
      <p:bldP spid="92" grpId="0" animBg="1"/>
      <p:bldP spid="93" grpId="0"/>
      <p:bldP spid="94" grpId="0"/>
      <p:bldP spid="95" grpId="0"/>
      <p:bldP spid="96" grpId="0"/>
      <p:bldP spid="97" grpId="0"/>
      <p:bldP spid="98" grpId="0" animBg="1"/>
      <p:bldP spid="99" grpId="0" animBg="1"/>
      <p:bldP spid="100" grpId="0"/>
      <p:bldP spid="101" grpId="0"/>
      <p:bldP spid="10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10011</TotalTime>
  <Words>1689</Words>
  <Application>Microsoft Macintosh PowerPoint</Application>
  <PresentationFormat>Widescreen</PresentationFormat>
  <Paragraphs>306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Modern Love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Sanaa Aslam</dc:creator>
  <cp:lastModifiedBy>Anish Dhokia</cp:lastModifiedBy>
  <cp:revision>39</cp:revision>
  <dcterms:created xsi:type="dcterms:W3CDTF">2021-01-26T12:41:03Z</dcterms:created>
  <dcterms:modified xsi:type="dcterms:W3CDTF">2026-09-07T05:28:39Z</dcterms:modified>
</cp:coreProperties>
</file>